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Akaya Telivigala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648">
          <p15:clr>
            <a:srgbClr val="A4A3A4"/>
          </p15:clr>
        </p15:guide>
        <p15:guide id="2" pos="2664">
          <p15:clr>
            <a:srgbClr val="A4A3A4"/>
          </p15:clr>
        </p15:guide>
        <p15:guide id="3" orient="horz" pos="2664">
          <p15:clr>
            <a:srgbClr val="A4A3A4"/>
          </p15:clr>
        </p15:guide>
        <p15:guide id="4" orient="horz" pos="32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48" orient="horz"/>
        <p:guide pos="2664"/>
        <p:guide pos="2664" orient="horz"/>
        <p:guide pos="326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AkayaTelivigal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20f6f104a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20f6f104a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20f6f104a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20f6f104ac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20f6f104ac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20f6f104ac_5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20f6f104ac_5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20f6f104ac_5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284355" y="4687178"/>
            <a:ext cx="1598515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3" type="body"/>
          </p:nvPr>
        </p:nvSpPr>
        <p:spPr>
          <a:xfrm>
            <a:off x="3440172" y="1726672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4" type="body"/>
          </p:nvPr>
        </p:nvSpPr>
        <p:spPr>
          <a:xfrm>
            <a:off x="1903189" y="71740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5" type="body"/>
          </p:nvPr>
        </p:nvSpPr>
        <p:spPr>
          <a:xfrm>
            <a:off x="629693" y="2858632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type="ctrTitle"/>
          </p:nvPr>
        </p:nvSpPr>
        <p:spPr>
          <a:xfrm>
            <a:off x="2373216" y="3667946"/>
            <a:ext cx="9285382" cy="1277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6" type="subTitle"/>
          </p:nvPr>
        </p:nvSpPr>
        <p:spPr>
          <a:xfrm>
            <a:off x="7970418" y="5325276"/>
            <a:ext cx="3677297" cy="682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cap="none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23" name="Google Shape;23;p2"/>
          <p:cNvCxnSpPr/>
          <p:nvPr/>
        </p:nvCxnSpPr>
        <p:spPr>
          <a:xfrm>
            <a:off x="4579559" y="5744231"/>
            <a:ext cx="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58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E">
  <p:cSld name="Title and Content 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0" y="2"/>
            <a:ext cx="5288281" cy="6858001"/>
          </a:xfrm>
          <a:custGeom>
            <a:rect b="b" l="l" r="r" t="t"/>
            <a:pathLst>
              <a:path extrusionOk="0" h="6858001" w="5288281">
                <a:moveTo>
                  <a:pt x="0" y="0"/>
                </a:moveTo>
                <a:lnTo>
                  <a:pt x="1707378" y="0"/>
                </a:lnTo>
                <a:lnTo>
                  <a:pt x="1707378" y="1511096"/>
                </a:lnTo>
                <a:lnTo>
                  <a:pt x="5288281" y="1511096"/>
                </a:lnTo>
                <a:lnTo>
                  <a:pt x="5288281" y="3253159"/>
                </a:lnTo>
                <a:lnTo>
                  <a:pt x="1707378" y="3253159"/>
                </a:lnTo>
                <a:lnTo>
                  <a:pt x="1707378" y="5115860"/>
                </a:lnTo>
                <a:lnTo>
                  <a:pt x="5272034" y="5115860"/>
                </a:lnTo>
                <a:lnTo>
                  <a:pt x="5272034" y="6858001"/>
                </a:ln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6903720" y="1419438"/>
            <a:ext cx="4450080" cy="924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7366082" y="3009550"/>
            <a:ext cx="125431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2" type="body"/>
          </p:nvPr>
        </p:nvSpPr>
        <p:spPr>
          <a:xfrm>
            <a:off x="7366082" y="4017086"/>
            <a:ext cx="125431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3" type="body"/>
          </p:nvPr>
        </p:nvSpPr>
        <p:spPr>
          <a:xfrm>
            <a:off x="7366082" y="4957948"/>
            <a:ext cx="125431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4" type="body"/>
          </p:nvPr>
        </p:nvSpPr>
        <p:spPr>
          <a:xfrm>
            <a:off x="6903720" y="2816574"/>
            <a:ext cx="561421" cy="627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5" type="body"/>
          </p:nvPr>
        </p:nvSpPr>
        <p:spPr>
          <a:xfrm>
            <a:off x="6903720" y="3805802"/>
            <a:ext cx="561421" cy="627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6" type="body"/>
          </p:nvPr>
        </p:nvSpPr>
        <p:spPr>
          <a:xfrm>
            <a:off x="6903721" y="4795030"/>
            <a:ext cx="561421" cy="627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7" type="body"/>
          </p:nvPr>
        </p:nvSpPr>
        <p:spPr>
          <a:xfrm>
            <a:off x="8629106" y="3058998"/>
            <a:ext cx="2427514" cy="715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8" type="body"/>
          </p:nvPr>
        </p:nvSpPr>
        <p:spPr>
          <a:xfrm>
            <a:off x="8629106" y="4069174"/>
            <a:ext cx="2427514" cy="715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9" type="body"/>
          </p:nvPr>
        </p:nvSpPr>
        <p:spPr>
          <a:xfrm>
            <a:off x="8629106" y="5011206"/>
            <a:ext cx="2427514" cy="715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0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type="title"/>
          </p:nvPr>
        </p:nvSpPr>
        <p:spPr>
          <a:xfrm>
            <a:off x="1099456" y="3257550"/>
            <a:ext cx="4203247" cy="743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" type="body"/>
          </p:nvPr>
        </p:nvSpPr>
        <p:spPr>
          <a:xfrm>
            <a:off x="1099456" y="4238625"/>
            <a:ext cx="4203247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45" name="Google Shape;45;p4"/>
          <p:cNvCxnSpPr/>
          <p:nvPr/>
        </p:nvCxnSpPr>
        <p:spPr>
          <a:xfrm>
            <a:off x="1121228" y="0"/>
            <a:ext cx="0" cy="304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pic S">
  <p:cSld name="Title and Content with pic 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1099456" y="3257550"/>
            <a:ext cx="4203247" cy="743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body"/>
          </p:nvPr>
        </p:nvSpPr>
        <p:spPr>
          <a:xfrm>
            <a:off x="1099456" y="4238625"/>
            <a:ext cx="4203247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52" name="Google Shape;52;p5"/>
          <p:cNvCxnSpPr/>
          <p:nvPr/>
        </p:nvCxnSpPr>
        <p:spPr>
          <a:xfrm>
            <a:off x="1121228" y="0"/>
            <a:ext cx="0" cy="304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ntent">
  <p:cSld name="Six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idx="1" type="body"/>
          </p:nvPr>
        </p:nvSpPr>
        <p:spPr>
          <a:xfrm>
            <a:off x="1034186" y="2903538"/>
            <a:ext cx="3104198" cy="345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2" type="body"/>
          </p:nvPr>
        </p:nvSpPr>
        <p:spPr>
          <a:xfrm>
            <a:off x="1034141" y="3249013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3" type="body"/>
          </p:nvPr>
        </p:nvSpPr>
        <p:spPr>
          <a:xfrm>
            <a:off x="4641894" y="2903538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4" type="body"/>
          </p:nvPr>
        </p:nvSpPr>
        <p:spPr>
          <a:xfrm>
            <a:off x="4642223" y="3249013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5" type="body"/>
          </p:nvPr>
        </p:nvSpPr>
        <p:spPr>
          <a:xfrm>
            <a:off x="8249601" y="2903538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6" type="body"/>
          </p:nvPr>
        </p:nvSpPr>
        <p:spPr>
          <a:xfrm>
            <a:off x="8250305" y="3249013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type="title"/>
          </p:nvPr>
        </p:nvSpPr>
        <p:spPr>
          <a:xfrm>
            <a:off x="1034142" y="1110286"/>
            <a:ext cx="10515600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64" name="Google Shape;64;p6"/>
          <p:cNvSpPr txBox="1"/>
          <p:nvPr>
            <p:ph idx="7" type="body"/>
          </p:nvPr>
        </p:nvSpPr>
        <p:spPr>
          <a:xfrm>
            <a:off x="1033811" y="4551950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8" type="body"/>
          </p:nvPr>
        </p:nvSpPr>
        <p:spPr>
          <a:xfrm>
            <a:off x="1033766" y="4897425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9" type="body"/>
          </p:nvPr>
        </p:nvSpPr>
        <p:spPr>
          <a:xfrm>
            <a:off x="4641519" y="4551950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6"/>
          <p:cNvSpPr txBox="1"/>
          <p:nvPr>
            <p:ph idx="13" type="body"/>
          </p:nvPr>
        </p:nvSpPr>
        <p:spPr>
          <a:xfrm>
            <a:off x="4641848" y="4897425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6"/>
          <p:cNvSpPr txBox="1"/>
          <p:nvPr>
            <p:ph idx="14" type="body"/>
          </p:nvPr>
        </p:nvSpPr>
        <p:spPr>
          <a:xfrm>
            <a:off x="8249226" y="4551950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5" type="body"/>
          </p:nvPr>
        </p:nvSpPr>
        <p:spPr>
          <a:xfrm>
            <a:off x="8249930" y="4897425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0" name="Google Shape;70;p6"/>
          <p:cNvCxnSpPr/>
          <p:nvPr/>
        </p:nvCxnSpPr>
        <p:spPr>
          <a:xfrm>
            <a:off x="1121228" y="0"/>
            <a:ext cx="0" cy="111028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column">
  <p:cSld name="Content 1 colum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/>
          <p:nvPr>
            <p:ph idx="1" type="body"/>
          </p:nvPr>
        </p:nvSpPr>
        <p:spPr>
          <a:xfrm>
            <a:off x="4450921" y="2145859"/>
            <a:ext cx="5042568" cy="345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7"/>
          <p:cNvSpPr txBox="1"/>
          <p:nvPr>
            <p:ph idx="2" type="body"/>
          </p:nvPr>
        </p:nvSpPr>
        <p:spPr>
          <a:xfrm>
            <a:off x="4450922" y="2491335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1034142" y="419184"/>
            <a:ext cx="2362200" cy="1110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78" name="Google Shape;78;p7"/>
          <p:cNvSpPr txBox="1"/>
          <p:nvPr>
            <p:ph idx="3" type="body"/>
          </p:nvPr>
        </p:nvSpPr>
        <p:spPr>
          <a:xfrm>
            <a:off x="4450921" y="3198051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4" type="body"/>
          </p:nvPr>
        </p:nvSpPr>
        <p:spPr>
          <a:xfrm>
            <a:off x="4450922" y="3543527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idx="5" type="body"/>
          </p:nvPr>
        </p:nvSpPr>
        <p:spPr>
          <a:xfrm>
            <a:off x="4450921" y="5302434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6" type="body"/>
          </p:nvPr>
        </p:nvSpPr>
        <p:spPr>
          <a:xfrm>
            <a:off x="4450922" y="5647910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7"/>
          <p:cNvSpPr txBox="1"/>
          <p:nvPr>
            <p:ph idx="7" type="body"/>
          </p:nvPr>
        </p:nvSpPr>
        <p:spPr>
          <a:xfrm>
            <a:off x="4450921" y="4250243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7"/>
          <p:cNvSpPr txBox="1"/>
          <p:nvPr>
            <p:ph idx="8" type="body"/>
          </p:nvPr>
        </p:nvSpPr>
        <p:spPr>
          <a:xfrm>
            <a:off x="4450922" y="4595719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84" name="Google Shape;84;p7"/>
          <p:cNvCxnSpPr/>
          <p:nvPr/>
        </p:nvCxnSpPr>
        <p:spPr>
          <a:xfrm>
            <a:off x="3766456" y="-16561"/>
            <a:ext cx="0" cy="687456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" name="Google Shape;85;p7"/>
          <p:cNvCxnSpPr/>
          <p:nvPr/>
        </p:nvCxnSpPr>
        <p:spPr>
          <a:xfrm>
            <a:off x="-1" y="1676400"/>
            <a:ext cx="1219199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, and 3 content">
  <p:cSld name="Title, Image, and 3 conte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/>
          <p:nvPr>
            <p:ph idx="2" type="pic"/>
          </p:nvPr>
        </p:nvSpPr>
        <p:spPr>
          <a:xfrm>
            <a:off x="2" y="0"/>
            <a:ext cx="669495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8"/>
          <p:cNvSpPr txBox="1"/>
          <p:nvPr>
            <p:ph idx="1" type="body"/>
          </p:nvPr>
        </p:nvSpPr>
        <p:spPr>
          <a:xfrm>
            <a:off x="6144768" y="2069658"/>
            <a:ext cx="5042568" cy="345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8"/>
          <p:cNvSpPr txBox="1"/>
          <p:nvPr>
            <p:ph idx="3" type="body"/>
          </p:nvPr>
        </p:nvSpPr>
        <p:spPr>
          <a:xfrm>
            <a:off x="6144768" y="2415134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type="title"/>
          </p:nvPr>
        </p:nvSpPr>
        <p:spPr>
          <a:xfrm>
            <a:off x="6971633" y="690928"/>
            <a:ext cx="4501910" cy="7322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94" name="Google Shape;94;p8"/>
          <p:cNvSpPr txBox="1"/>
          <p:nvPr>
            <p:ph idx="4" type="body"/>
          </p:nvPr>
        </p:nvSpPr>
        <p:spPr>
          <a:xfrm>
            <a:off x="5300006" y="3587638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5" type="body"/>
          </p:nvPr>
        </p:nvSpPr>
        <p:spPr>
          <a:xfrm>
            <a:off x="5300007" y="3933114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8"/>
          <p:cNvSpPr txBox="1"/>
          <p:nvPr>
            <p:ph idx="6" type="body"/>
          </p:nvPr>
        </p:nvSpPr>
        <p:spPr>
          <a:xfrm>
            <a:off x="4398264" y="5105618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8"/>
          <p:cNvSpPr txBox="1"/>
          <p:nvPr>
            <p:ph idx="7" type="body"/>
          </p:nvPr>
        </p:nvSpPr>
        <p:spPr>
          <a:xfrm>
            <a:off x="4398264" y="5451094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pic T">
  <p:cSld name="Title and Content with pic 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/>
          <p:nvPr>
            <p:ph idx="2" type="pic"/>
          </p:nvPr>
        </p:nvSpPr>
        <p:spPr>
          <a:xfrm>
            <a:off x="1" y="-12700"/>
            <a:ext cx="7080595" cy="68707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03" name="Google Shape;103;p9"/>
          <p:cNvSpPr txBox="1"/>
          <p:nvPr>
            <p:ph type="title"/>
          </p:nvPr>
        </p:nvSpPr>
        <p:spPr>
          <a:xfrm>
            <a:off x="7543799" y="2318657"/>
            <a:ext cx="4203247" cy="14409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" type="body"/>
          </p:nvPr>
        </p:nvSpPr>
        <p:spPr>
          <a:xfrm>
            <a:off x="7543799" y="4147457"/>
            <a:ext cx="4203247" cy="1532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05" name="Google Shape;105;p9"/>
          <p:cNvCxnSpPr/>
          <p:nvPr/>
        </p:nvCxnSpPr>
        <p:spPr>
          <a:xfrm>
            <a:off x="-1" y="4376058"/>
            <a:ext cx="705394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7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/>
          <p:nvPr>
            <p:ph idx="1" type="body"/>
          </p:nvPr>
        </p:nvSpPr>
        <p:spPr>
          <a:xfrm>
            <a:off x="3650085" y="4546575"/>
            <a:ext cx="1500624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0"/>
          <p:cNvSpPr txBox="1"/>
          <p:nvPr>
            <p:ph idx="3" type="body"/>
          </p:nvPr>
        </p:nvSpPr>
        <p:spPr>
          <a:xfrm>
            <a:off x="2377374" y="2750392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0"/>
          <p:cNvSpPr txBox="1"/>
          <p:nvPr>
            <p:ph idx="4" type="body"/>
          </p:nvPr>
        </p:nvSpPr>
        <p:spPr>
          <a:xfrm>
            <a:off x="442380" y="903514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5" type="body"/>
          </p:nvPr>
        </p:nvSpPr>
        <p:spPr>
          <a:xfrm>
            <a:off x="2377374" y="897072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0"/>
          <p:cNvSpPr txBox="1"/>
          <p:nvPr>
            <p:ph type="title"/>
          </p:nvPr>
        </p:nvSpPr>
        <p:spPr>
          <a:xfrm>
            <a:off x="5606143" y="5201920"/>
            <a:ext cx="5747657" cy="992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0"/>
          <p:cNvSpPr/>
          <p:nvPr/>
        </p:nvSpPr>
        <p:spPr>
          <a:xfrm>
            <a:off x="3565384" y="1857932"/>
            <a:ext cx="922101" cy="2445893"/>
          </a:xfrm>
          <a:custGeom>
            <a:rect b="b" l="l" r="r" t="t"/>
            <a:pathLst>
              <a:path extrusionOk="0" h="2332208" w="922101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3EF0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1845311" y="1857400"/>
            <a:ext cx="691575" cy="8866"/>
          </a:xfrm>
          <a:custGeom>
            <a:rect b="b" l="l" r="r" t="t"/>
            <a:pathLst>
              <a:path extrusionOk="0" h="8866" w="691575">
                <a:moveTo>
                  <a:pt x="69157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3EF0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3565384" y="1857931"/>
            <a:ext cx="922101" cy="2573623"/>
          </a:xfrm>
          <a:custGeom>
            <a:rect b="b" l="l" r="r" t="t"/>
            <a:pathLst>
              <a:path extrusionOk="0" h="2332208" w="922101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3EF0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20">
          <p15:clr>
            <a:srgbClr val="FBAE40"/>
          </p15:clr>
        </p15:guide>
        <p15:guide id="2" orient="horz" pos="1584">
          <p15:clr>
            <a:srgbClr val="FBAE40"/>
          </p15:clr>
        </p15:guide>
        <p15:guide id="3" orient="horz" pos="271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ntent with titles">
  <p:cSld name="3 Content with title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/>
          <p:nvPr/>
        </p:nvSpPr>
        <p:spPr>
          <a:xfrm>
            <a:off x="8412200" y="3195400"/>
            <a:ext cx="2941600" cy="508000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1034142" y="3195400"/>
            <a:ext cx="2941600" cy="508000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4706975" y="3195400"/>
            <a:ext cx="2941600" cy="508000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034142" y="3266159"/>
            <a:ext cx="2941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2" type="body"/>
          </p:nvPr>
        </p:nvSpPr>
        <p:spPr>
          <a:xfrm>
            <a:off x="1034142" y="4117103"/>
            <a:ext cx="2941600" cy="1141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11"/>
          <p:cNvSpPr txBox="1"/>
          <p:nvPr>
            <p:ph type="title"/>
          </p:nvPr>
        </p:nvSpPr>
        <p:spPr>
          <a:xfrm>
            <a:off x="1034142" y="1110286"/>
            <a:ext cx="10515600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3" name="Google Shape;123;p11"/>
          <p:cNvCxnSpPr/>
          <p:nvPr/>
        </p:nvCxnSpPr>
        <p:spPr>
          <a:xfrm>
            <a:off x="1121228" y="0"/>
            <a:ext cx="0" cy="111028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11"/>
          <p:cNvSpPr txBox="1"/>
          <p:nvPr>
            <p:ph idx="3" type="body"/>
          </p:nvPr>
        </p:nvSpPr>
        <p:spPr>
          <a:xfrm>
            <a:off x="4706975" y="3266159"/>
            <a:ext cx="2941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1"/>
          <p:cNvSpPr txBox="1"/>
          <p:nvPr>
            <p:ph idx="4" type="body"/>
          </p:nvPr>
        </p:nvSpPr>
        <p:spPr>
          <a:xfrm>
            <a:off x="4706975" y="4117103"/>
            <a:ext cx="2941600" cy="1141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1"/>
          <p:cNvSpPr txBox="1"/>
          <p:nvPr>
            <p:ph idx="5" type="body"/>
          </p:nvPr>
        </p:nvSpPr>
        <p:spPr>
          <a:xfrm>
            <a:off x="8412200" y="3266159"/>
            <a:ext cx="2941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6" type="body"/>
          </p:nvPr>
        </p:nvSpPr>
        <p:spPr>
          <a:xfrm>
            <a:off x="8412200" y="4117103"/>
            <a:ext cx="2941600" cy="1141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pic E">
  <p:cSld name="Title and Content with pic 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"/>
          <p:cNvSpPr/>
          <p:nvPr>
            <p:ph idx="2" type="pic"/>
          </p:nvPr>
        </p:nvSpPr>
        <p:spPr>
          <a:xfrm>
            <a:off x="0" y="3"/>
            <a:ext cx="5288281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12"/>
          <p:cNvSpPr txBox="1"/>
          <p:nvPr>
            <p:ph type="title"/>
          </p:nvPr>
        </p:nvSpPr>
        <p:spPr>
          <a:xfrm>
            <a:off x="6903720" y="1419438"/>
            <a:ext cx="4450080" cy="924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2"/>
          <p:cNvSpPr txBox="1"/>
          <p:nvPr>
            <p:ph idx="1" type="body"/>
          </p:nvPr>
        </p:nvSpPr>
        <p:spPr>
          <a:xfrm>
            <a:off x="7366082" y="3009550"/>
            <a:ext cx="125431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12"/>
          <p:cNvSpPr txBox="1"/>
          <p:nvPr>
            <p:ph idx="3" type="body"/>
          </p:nvPr>
        </p:nvSpPr>
        <p:spPr>
          <a:xfrm>
            <a:off x="7366082" y="4017086"/>
            <a:ext cx="125431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12"/>
          <p:cNvSpPr txBox="1"/>
          <p:nvPr>
            <p:ph idx="4" type="body"/>
          </p:nvPr>
        </p:nvSpPr>
        <p:spPr>
          <a:xfrm>
            <a:off x="7366082" y="4957948"/>
            <a:ext cx="125431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12"/>
          <p:cNvSpPr txBox="1"/>
          <p:nvPr>
            <p:ph idx="5" type="body"/>
          </p:nvPr>
        </p:nvSpPr>
        <p:spPr>
          <a:xfrm>
            <a:off x="6903720" y="2816574"/>
            <a:ext cx="561421" cy="627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12"/>
          <p:cNvSpPr txBox="1"/>
          <p:nvPr>
            <p:ph idx="6" type="body"/>
          </p:nvPr>
        </p:nvSpPr>
        <p:spPr>
          <a:xfrm>
            <a:off x="6903720" y="3805802"/>
            <a:ext cx="561421" cy="627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12"/>
          <p:cNvSpPr txBox="1"/>
          <p:nvPr>
            <p:ph idx="7" type="body"/>
          </p:nvPr>
        </p:nvSpPr>
        <p:spPr>
          <a:xfrm>
            <a:off x="6903721" y="4795030"/>
            <a:ext cx="561421" cy="627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2"/>
          <p:cNvSpPr txBox="1"/>
          <p:nvPr>
            <p:ph idx="8" type="body"/>
          </p:nvPr>
        </p:nvSpPr>
        <p:spPr>
          <a:xfrm>
            <a:off x="8629106" y="3074238"/>
            <a:ext cx="2427514" cy="715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12"/>
          <p:cNvSpPr txBox="1"/>
          <p:nvPr>
            <p:ph idx="9" type="body"/>
          </p:nvPr>
        </p:nvSpPr>
        <p:spPr>
          <a:xfrm>
            <a:off x="8629106" y="4074889"/>
            <a:ext cx="2427514" cy="715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2"/>
          <p:cNvSpPr txBox="1"/>
          <p:nvPr>
            <p:ph idx="13" type="body"/>
          </p:nvPr>
        </p:nvSpPr>
        <p:spPr>
          <a:xfrm>
            <a:off x="8629106" y="5016921"/>
            <a:ext cx="2427514" cy="715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0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with titles">
  <p:cSld name="Two Content with titles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idx="1" type="body"/>
          </p:nvPr>
        </p:nvSpPr>
        <p:spPr>
          <a:xfrm>
            <a:off x="838200" y="3429000"/>
            <a:ext cx="4114797" cy="2747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3"/>
          <p:cNvSpPr txBox="1"/>
          <p:nvPr>
            <p:ph idx="2" type="body"/>
          </p:nvPr>
        </p:nvSpPr>
        <p:spPr>
          <a:xfrm>
            <a:off x="7239003" y="3429000"/>
            <a:ext cx="4114797" cy="2747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3"/>
          <p:cNvSpPr txBox="1"/>
          <p:nvPr>
            <p:ph idx="12" type="sldNum"/>
          </p:nvPr>
        </p:nvSpPr>
        <p:spPr>
          <a:xfrm>
            <a:off x="10477500" y="6356350"/>
            <a:ext cx="8763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51" name="Google Shape;151;p13"/>
          <p:cNvSpPr txBox="1"/>
          <p:nvPr>
            <p:ph type="title"/>
          </p:nvPr>
        </p:nvSpPr>
        <p:spPr>
          <a:xfrm>
            <a:off x="1034142" y="670094"/>
            <a:ext cx="10134601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2" name="Google Shape;152;p13"/>
          <p:cNvCxnSpPr/>
          <p:nvPr/>
        </p:nvCxnSpPr>
        <p:spPr>
          <a:xfrm>
            <a:off x="6096000" y="2603500"/>
            <a:ext cx="0" cy="425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13"/>
          <p:cNvSpPr/>
          <p:nvPr/>
        </p:nvSpPr>
        <p:spPr>
          <a:xfrm>
            <a:off x="0" y="2324100"/>
            <a:ext cx="12192000" cy="63341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3"/>
          <p:cNvSpPr txBox="1"/>
          <p:nvPr>
            <p:ph idx="3" type="body"/>
          </p:nvPr>
        </p:nvSpPr>
        <p:spPr>
          <a:xfrm>
            <a:off x="838201" y="2413000"/>
            <a:ext cx="4114795" cy="493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5" name="Google Shape;155;p13"/>
          <p:cNvSpPr txBox="1"/>
          <p:nvPr>
            <p:ph idx="4" type="body"/>
          </p:nvPr>
        </p:nvSpPr>
        <p:spPr>
          <a:xfrm>
            <a:off x="7239003" y="2413000"/>
            <a:ext cx="4114797" cy="493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6" name="Google Shape;156;p13"/>
          <p:cNvSpPr txBox="1"/>
          <p:nvPr>
            <p:ph idx="11" type="ftr"/>
          </p:nvPr>
        </p:nvSpPr>
        <p:spPr>
          <a:xfrm>
            <a:off x="7239002" y="6356350"/>
            <a:ext cx="30384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aling">
  <p:cSld name="Scaling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8157335" y="1822008"/>
            <a:ext cx="3295186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4"/>
          <p:cNvSpPr txBox="1"/>
          <p:nvPr>
            <p:ph idx="2" type="body"/>
          </p:nvPr>
        </p:nvSpPr>
        <p:spPr>
          <a:xfrm>
            <a:off x="8157335" y="2167484"/>
            <a:ext cx="3294437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63" name="Google Shape;163;p14"/>
          <p:cNvSpPr txBox="1"/>
          <p:nvPr>
            <p:ph idx="3" type="body"/>
          </p:nvPr>
        </p:nvSpPr>
        <p:spPr>
          <a:xfrm>
            <a:off x="7080795" y="3339988"/>
            <a:ext cx="3295186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14"/>
          <p:cNvSpPr txBox="1"/>
          <p:nvPr>
            <p:ph idx="4" type="body"/>
          </p:nvPr>
        </p:nvSpPr>
        <p:spPr>
          <a:xfrm>
            <a:off x="7080795" y="3685464"/>
            <a:ext cx="3294437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14"/>
          <p:cNvSpPr txBox="1"/>
          <p:nvPr>
            <p:ph idx="5" type="body"/>
          </p:nvPr>
        </p:nvSpPr>
        <p:spPr>
          <a:xfrm>
            <a:off x="6231710" y="4857968"/>
            <a:ext cx="3295186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14"/>
          <p:cNvSpPr txBox="1"/>
          <p:nvPr>
            <p:ph idx="6" type="body"/>
          </p:nvPr>
        </p:nvSpPr>
        <p:spPr>
          <a:xfrm>
            <a:off x="6231710" y="5203444"/>
            <a:ext cx="3294437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67" name="Google Shape;167;p14"/>
          <p:cNvCxnSpPr/>
          <p:nvPr/>
        </p:nvCxnSpPr>
        <p:spPr>
          <a:xfrm flipH="1" rot="10800000">
            <a:off x="4369950" y="805543"/>
            <a:ext cx="3648352" cy="605218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68" name="Google Shape;168;p14"/>
          <p:cNvSpPr txBox="1"/>
          <p:nvPr>
            <p:ph type="title"/>
          </p:nvPr>
        </p:nvSpPr>
        <p:spPr>
          <a:xfrm>
            <a:off x="1034142" y="1110286"/>
            <a:ext cx="10319657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/>
          <p:nvPr>
            <p:ph idx="1" type="body"/>
          </p:nvPr>
        </p:nvSpPr>
        <p:spPr>
          <a:xfrm>
            <a:off x="1034142" y="2046288"/>
            <a:ext cx="554445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8" name="Google Shape;178;p16"/>
          <p:cNvSpPr txBox="1"/>
          <p:nvPr>
            <p:ph idx="2" type="body"/>
          </p:nvPr>
        </p:nvSpPr>
        <p:spPr>
          <a:xfrm>
            <a:off x="1034142" y="3162300"/>
            <a:ext cx="5544458" cy="3027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16"/>
          <p:cNvSpPr txBox="1"/>
          <p:nvPr>
            <p:ph idx="3" type="body"/>
          </p:nvPr>
        </p:nvSpPr>
        <p:spPr>
          <a:xfrm>
            <a:off x="7240588" y="2046288"/>
            <a:ext cx="41148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0" name="Google Shape;180;p16"/>
          <p:cNvSpPr txBox="1"/>
          <p:nvPr>
            <p:ph idx="4" type="body"/>
          </p:nvPr>
        </p:nvSpPr>
        <p:spPr>
          <a:xfrm>
            <a:off x="7240588" y="3162300"/>
            <a:ext cx="4114800" cy="3027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84" name="Google Shape;184;p16"/>
          <p:cNvSpPr txBox="1"/>
          <p:nvPr>
            <p:ph type="title"/>
          </p:nvPr>
        </p:nvSpPr>
        <p:spPr>
          <a:xfrm>
            <a:off x="1034142" y="1110286"/>
            <a:ext cx="10319657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5" name="Google Shape;185;p16"/>
          <p:cNvCxnSpPr/>
          <p:nvPr/>
        </p:nvCxnSpPr>
        <p:spPr>
          <a:xfrm>
            <a:off x="1121228" y="0"/>
            <a:ext cx="0" cy="111028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/>
          <p:nvPr>
            <p:ph idx="1" type="body"/>
          </p:nvPr>
        </p:nvSpPr>
        <p:spPr>
          <a:xfrm>
            <a:off x="1034142" y="1850572"/>
            <a:ext cx="10134601" cy="40930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91" name="Google Shape;191;p17"/>
          <p:cNvSpPr txBox="1"/>
          <p:nvPr>
            <p:ph type="title"/>
          </p:nvPr>
        </p:nvSpPr>
        <p:spPr>
          <a:xfrm>
            <a:off x="1034142" y="670094"/>
            <a:ext cx="10134601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4 up">
  <p:cSld name="Team - 4 up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/>
          <p:nvPr>
            <p:ph idx="2" type="pic"/>
          </p:nvPr>
        </p:nvSpPr>
        <p:spPr>
          <a:xfrm>
            <a:off x="8804817" y="2233881"/>
            <a:ext cx="3387182" cy="2390238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18"/>
          <p:cNvSpPr/>
          <p:nvPr>
            <p:ph idx="3" type="pic"/>
          </p:nvPr>
        </p:nvSpPr>
        <p:spPr>
          <a:xfrm>
            <a:off x="5690016" y="2233881"/>
            <a:ext cx="3917851" cy="2390238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18"/>
          <p:cNvSpPr/>
          <p:nvPr>
            <p:ph idx="4" type="pic"/>
          </p:nvPr>
        </p:nvSpPr>
        <p:spPr>
          <a:xfrm>
            <a:off x="2575215" y="2233881"/>
            <a:ext cx="3917851" cy="2390238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18"/>
          <p:cNvSpPr/>
          <p:nvPr>
            <p:ph idx="5" type="pic"/>
          </p:nvPr>
        </p:nvSpPr>
        <p:spPr>
          <a:xfrm>
            <a:off x="0" y="2233881"/>
            <a:ext cx="3378263" cy="2390238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00" name="Google Shape;200;p18"/>
          <p:cNvSpPr txBox="1"/>
          <p:nvPr>
            <p:ph type="title"/>
          </p:nvPr>
        </p:nvSpPr>
        <p:spPr>
          <a:xfrm>
            <a:off x="1034142" y="670094"/>
            <a:ext cx="10134601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8"/>
          <p:cNvSpPr txBox="1"/>
          <p:nvPr>
            <p:ph idx="1" type="body"/>
          </p:nvPr>
        </p:nvSpPr>
        <p:spPr>
          <a:xfrm>
            <a:off x="3554933" y="5061424"/>
            <a:ext cx="2443654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18"/>
          <p:cNvSpPr txBox="1"/>
          <p:nvPr>
            <p:ph idx="6" type="body"/>
          </p:nvPr>
        </p:nvSpPr>
        <p:spPr>
          <a:xfrm>
            <a:off x="3554932" y="5406900"/>
            <a:ext cx="2443099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18"/>
          <p:cNvSpPr txBox="1"/>
          <p:nvPr>
            <p:ph idx="7" type="body"/>
          </p:nvPr>
        </p:nvSpPr>
        <p:spPr>
          <a:xfrm>
            <a:off x="931476" y="5061424"/>
            <a:ext cx="2443654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18"/>
          <p:cNvSpPr txBox="1"/>
          <p:nvPr>
            <p:ph idx="8" type="body"/>
          </p:nvPr>
        </p:nvSpPr>
        <p:spPr>
          <a:xfrm>
            <a:off x="931475" y="5406900"/>
            <a:ext cx="2443099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18"/>
          <p:cNvSpPr txBox="1"/>
          <p:nvPr>
            <p:ph idx="9" type="body"/>
          </p:nvPr>
        </p:nvSpPr>
        <p:spPr>
          <a:xfrm>
            <a:off x="6177835" y="5061424"/>
            <a:ext cx="2443654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18"/>
          <p:cNvSpPr txBox="1"/>
          <p:nvPr>
            <p:ph idx="13" type="body"/>
          </p:nvPr>
        </p:nvSpPr>
        <p:spPr>
          <a:xfrm>
            <a:off x="6177834" y="5406900"/>
            <a:ext cx="2443099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18"/>
          <p:cNvSpPr txBox="1"/>
          <p:nvPr>
            <p:ph idx="14" type="body"/>
          </p:nvPr>
        </p:nvSpPr>
        <p:spPr>
          <a:xfrm>
            <a:off x="8800181" y="5057897"/>
            <a:ext cx="2443654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5" type="body"/>
          </p:nvPr>
        </p:nvSpPr>
        <p:spPr>
          <a:xfrm>
            <a:off x="8800180" y="5403373"/>
            <a:ext cx="2443099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8 up">
  <p:cSld name="Team - 8 up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/>
          <p:nvPr>
            <p:ph idx="2" type="pic"/>
          </p:nvPr>
        </p:nvSpPr>
        <p:spPr>
          <a:xfrm>
            <a:off x="10383802" y="3121794"/>
            <a:ext cx="1808198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9"/>
          <p:cNvSpPr/>
          <p:nvPr>
            <p:ph idx="3" type="pic"/>
          </p:nvPr>
        </p:nvSpPr>
        <p:spPr>
          <a:xfrm>
            <a:off x="8900427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19"/>
          <p:cNvSpPr/>
          <p:nvPr>
            <p:ph idx="4" type="pic"/>
          </p:nvPr>
        </p:nvSpPr>
        <p:spPr>
          <a:xfrm>
            <a:off x="7416963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19"/>
          <p:cNvSpPr/>
          <p:nvPr>
            <p:ph idx="5" type="pic"/>
          </p:nvPr>
        </p:nvSpPr>
        <p:spPr>
          <a:xfrm>
            <a:off x="5933589" y="3121794"/>
            <a:ext cx="1799125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19"/>
          <p:cNvSpPr/>
          <p:nvPr>
            <p:ph idx="6" type="pic"/>
          </p:nvPr>
        </p:nvSpPr>
        <p:spPr>
          <a:xfrm>
            <a:off x="4450214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/>
          <p:nvPr>
            <p:ph idx="7" type="pic"/>
          </p:nvPr>
        </p:nvSpPr>
        <p:spPr>
          <a:xfrm>
            <a:off x="2966838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19"/>
          <p:cNvSpPr/>
          <p:nvPr>
            <p:ph idx="8" type="pic"/>
          </p:nvPr>
        </p:nvSpPr>
        <p:spPr>
          <a:xfrm>
            <a:off x="1483375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19"/>
          <p:cNvSpPr/>
          <p:nvPr>
            <p:ph idx="9" type="pic"/>
          </p:nvPr>
        </p:nvSpPr>
        <p:spPr>
          <a:xfrm>
            <a:off x="1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21" name="Google Shape;221;p19"/>
          <p:cNvSpPr txBox="1"/>
          <p:nvPr>
            <p:ph type="title"/>
          </p:nvPr>
        </p:nvSpPr>
        <p:spPr>
          <a:xfrm>
            <a:off x="1034142" y="670094"/>
            <a:ext cx="10134601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9"/>
          <p:cNvSpPr txBox="1"/>
          <p:nvPr>
            <p:ph idx="1" type="body"/>
          </p:nvPr>
        </p:nvSpPr>
        <p:spPr>
          <a:xfrm>
            <a:off x="0" y="2325820"/>
            <a:ext cx="1799279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19"/>
          <p:cNvSpPr txBox="1"/>
          <p:nvPr>
            <p:ph idx="13" type="body"/>
          </p:nvPr>
        </p:nvSpPr>
        <p:spPr>
          <a:xfrm>
            <a:off x="409" y="2586626"/>
            <a:ext cx="1798870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19"/>
          <p:cNvSpPr txBox="1"/>
          <p:nvPr>
            <p:ph idx="14" type="body"/>
          </p:nvPr>
        </p:nvSpPr>
        <p:spPr>
          <a:xfrm>
            <a:off x="3429000" y="232582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19"/>
          <p:cNvSpPr txBox="1"/>
          <p:nvPr>
            <p:ph idx="15" type="body"/>
          </p:nvPr>
        </p:nvSpPr>
        <p:spPr>
          <a:xfrm>
            <a:off x="3429005" y="258662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19"/>
          <p:cNvSpPr txBox="1"/>
          <p:nvPr>
            <p:ph idx="16" type="body"/>
          </p:nvPr>
        </p:nvSpPr>
        <p:spPr>
          <a:xfrm>
            <a:off x="6395597" y="232582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19"/>
          <p:cNvSpPr txBox="1"/>
          <p:nvPr>
            <p:ph idx="17" type="body"/>
          </p:nvPr>
        </p:nvSpPr>
        <p:spPr>
          <a:xfrm>
            <a:off x="6395602" y="258662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19"/>
          <p:cNvSpPr txBox="1"/>
          <p:nvPr>
            <p:ph idx="18" type="body"/>
          </p:nvPr>
        </p:nvSpPr>
        <p:spPr>
          <a:xfrm>
            <a:off x="9371508" y="232582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19"/>
          <p:cNvSpPr txBox="1"/>
          <p:nvPr>
            <p:ph idx="19" type="body"/>
          </p:nvPr>
        </p:nvSpPr>
        <p:spPr>
          <a:xfrm>
            <a:off x="9371513" y="258662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19"/>
          <p:cNvSpPr txBox="1"/>
          <p:nvPr>
            <p:ph idx="20" type="body"/>
          </p:nvPr>
        </p:nvSpPr>
        <p:spPr>
          <a:xfrm>
            <a:off x="1483375" y="450748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p19"/>
          <p:cNvSpPr txBox="1"/>
          <p:nvPr>
            <p:ph idx="21" type="body"/>
          </p:nvPr>
        </p:nvSpPr>
        <p:spPr>
          <a:xfrm>
            <a:off x="1483380" y="476828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19"/>
          <p:cNvSpPr txBox="1"/>
          <p:nvPr>
            <p:ph idx="22" type="body"/>
          </p:nvPr>
        </p:nvSpPr>
        <p:spPr>
          <a:xfrm>
            <a:off x="4457493" y="450748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19"/>
          <p:cNvSpPr txBox="1"/>
          <p:nvPr>
            <p:ph idx="23" type="body"/>
          </p:nvPr>
        </p:nvSpPr>
        <p:spPr>
          <a:xfrm>
            <a:off x="4457498" y="476828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" name="Google Shape;234;p19"/>
          <p:cNvSpPr txBox="1"/>
          <p:nvPr>
            <p:ph idx="24" type="body"/>
          </p:nvPr>
        </p:nvSpPr>
        <p:spPr>
          <a:xfrm>
            <a:off x="7416963" y="4502202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19"/>
          <p:cNvSpPr txBox="1"/>
          <p:nvPr>
            <p:ph idx="25" type="body"/>
          </p:nvPr>
        </p:nvSpPr>
        <p:spPr>
          <a:xfrm>
            <a:off x="7416968" y="4763008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19"/>
          <p:cNvSpPr txBox="1"/>
          <p:nvPr>
            <p:ph idx="26" type="body"/>
          </p:nvPr>
        </p:nvSpPr>
        <p:spPr>
          <a:xfrm>
            <a:off x="10376433" y="4527297"/>
            <a:ext cx="1799279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19"/>
          <p:cNvSpPr txBox="1"/>
          <p:nvPr>
            <p:ph idx="27" type="body"/>
          </p:nvPr>
        </p:nvSpPr>
        <p:spPr>
          <a:xfrm>
            <a:off x="10376438" y="4788103"/>
            <a:ext cx="1798870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4 column with icons">
  <p:cSld name="Content 4 column with icons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>
            <p:ph type="title"/>
          </p:nvPr>
        </p:nvSpPr>
        <p:spPr>
          <a:xfrm>
            <a:off x="1034142" y="1110286"/>
            <a:ext cx="10515600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243" name="Google Shape;243;p20"/>
          <p:cNvCxnSpPr/>
          <p:nvPr/>
        </p:nvCxnSpPr>
        <p:spPr>
          <a:xfrm>
            <a:off x="1121228" y="0"/>
            <a:ext cx="0" cy="111028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4" name="Google Shape;244;p20"/>
          <p:cNvSpPr txBox="1"/>
          <p:nvPr>
            <p:ph idx="1" type="body"/>
          </p:nvPr>
        </p:nvSpPr>
        <p:spPr>
          <a:xfrm>
            <a:off x="838200" y="3788813"/>
            <a:ext cx="2330726" cy="8048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3200"/>
              <a:buNone/>
              <a:defRPr sz="3200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5" name="Google Shape;245;p20"/>
          <p:cNvSpPr txBox="1"/>
          <p:nvPr>
            <p:ph idx="2" type="body"/>
          </p:nvPr>
        </p:nvSpPr>
        <p:spPr>
          <a:xfrm>
            <a:off x="838200" y="5120722"/>
            <a:ext cx="2330726" cy="853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p20"/>
          <p:cNvSpPr txBox="1"/>
          <p:nvPr>
            <p:ph idx="3" type="body"/>
          </p:nvPr>
        </p:nvSpPr>
        <p:spPr>
          <a:xfrm>
            <a:off x="3562665" y="3788813"/>
            <a:ext cx="2342205" cy="8048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3200"/>
              <a:buNone/>
              <a:defRPr sz="3200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7" name="Google Shape;247;p20"/>
          <p:cNvSpPr txBox="1"/>
          <p:nvPr>
            <p:ph idx="4" type="body"/>
          </p:nvPr>
        </p:nvSpPr>
        <p:spPr>
          <a:xfrm>
            <a:off x="3562665" y="5120722"/>
            <a:ext cx="2342205" cy="853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p20"/>
          <p:cNvSpPr txBox="1"/>
          <p:nvPr>
            <p:ph idx="5" type="body"/>
          </p:nvPr>
        </p:nvSpPr>
        <p:spPr>
          <a:xfrm>
            <a:off x="6298609" y="3788813"/>
            <a:ext cx="2330726" cy="8048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3200"/>
              <a:buNone/>
              <a:defRPr sz="3200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9" name="Google Shape;249;p20"/>
          <p:cNvSpPr txBox="1"/>
          <p:nvPr>
            <p:ph idx="6" type="body"/>
          </p:nvPr>
        </p:nvSpPr>
        <p:spPr>
          <a:xfrm>
            <a:off x="6298609" y="5120722"/>
            <a:ext cx="2330726" cy="853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p20"/>
          <p:cNvSpPr txBox="1"/>
          <p:nvPr>
            <p:ph idx="7" type="body"/>
          </p:nvPr>
        </p:nvSpPr>
        <p:spPr>
          <a:xfrm>
            <a:off x="9023074" y="3788457"/>
            <a:ext cx="2330726" cy="8048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3200"/>
              <a:buNone/>
              <a:defRPr sz="3200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1" name="Google Shape;251;p20"/>
          <p:cNvSpPr txBox="1"/>
          <p:nvPr>
            <p:ph idx="8" type="body"/>
          </p:nvPr>
        </p:nvSpPr>
        <p:spPr>
          <a:xfrm>
            <a:off x="9023074" y="5120366"/>
            <a:ext cx="2330726" cy="853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p20"/>
          <p:cNvSpPr txBox="1"/>
          <p:nvPr>
            <p:ph idx="9" type="body"/>
          </p:nvPr>
        </p:nvSpPr>
        <p:spPr>
          <a:xfrm>
            <a:off x="838200" y="4464810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3" name="Google Shape;253;p20"/>
          <p:cNvSpPr txBox="1"/>
          <p:nvPr>
            <p:ph idx="13" type="body"/>
          </p:nvPr>
        </p:nvSpPr>
        <p:spPr>
          <a:xfrm>
            <a:off x="6298609" y="4464810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4" name="Google Shape;254;p20"/>
          <p:cNvSpPr txBox="1"/>
          <p:nvPr>
            <p:ph idx="14" type="body"/>
          </p:nvPr>
        </p:nvSpPr>
        <p:spPr>
          <a:xfrm>
            <a:off x="9023074" y="4464454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5" name="Google Shape;255;p20"/>
          <p:cNvSpPr txBox="1"/>
          <p:nvPr>
            <p:ph idx="15" type="body"/>
          </p:nvPr>
        </p:nvSpPr>
        <p:spPr>
          <a:xfrm>
            <a:off x="3568700" y="4464453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pic M">
  <p:cSld name="Title and Content with pic M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/>
          <p:nvPr>
            <p:ph idx="2" type="pic"/>
          </p:nvPr>
        </p:nvSpPr>
        <p:spPr>
          <a:xfrm>
            <a:off x="0" y="0"/>
            <a:ext cx="6508046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21"/>
          <p:cNvSpPr txBox="1"/>
          <p:nvPr>
            <p:ph idx="1" type="body"/>
          </p:nvPr>
        </p:nvSpPr>
        <p:spPr>
          <a:xfrm>
            <a:off x="7260771" y="4136571"/>
            <a:ext cx="3907972" cy="18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9" name="Google Shape;259;p21"/>
          <p:cNvSpPr txBox="1"/>
          <p:nvPr>
            <p:ph idx="10" type="dt"/>
          </p:nvPr>
        </p:nvSpPr>
        <p:spPr>
          <a:xfrm>
            <a:off x="838200" y="6356350"/>
            <a:ext cx="16437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1"/>
          <p:cNvSpPr txBox="1"/>
          <p:nvPr>
            <p:ph idx="11" type="ftr"/>
          </p:nvPr>
        </p:nvSpPr>
        <p:spPr>
          <a:xfrm>
            <a:off x="4332514" y="6356350"/>
            <a:ext cx="21755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62" name="Google Shape;262;p21"/>
          <p:cNvSpPr txBox="1"/>
          <p:nvPr>
            <p:ph type="title"/>
          </p:nvPr>
        </p:nvSpPr>
        <p:spPr>
          <a:xfrm>
            <a:off x="7260771" y="3363686"/>
            <a:ext cx="3907972" cy="555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63" name="Google Shape;263;p21"/>
          <p:cNvCxnSpPr/>
          <p:nvPr/>
        </p:nvCxnSpPr>
        <p:spPr>
          <a:xfrm>
            <a:off x="7271657" y="0"/>
            <a:ext cx="0" cy="3124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/>
          <p:nvPr>
            <p:ph idx="2" type="pic"/>
          </p:nvPr>
        </p:nvSpPr>
        <p:spPr>
          <a:xfrm>
            <a:off x="6426578" y="0"/>
            <a:ext cx="576542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22"/>
          <p:cNvSpPr/>
          <p:nvPr>
            <p:ph idx="3" type="pic"/>
          </p:nvPr>
        </p:nvSpPr>
        <p:spPr>
          <a:xfrm>
            <a:off x="-11657" y="-16298"/>
            <a:ext cx="5555640" cy="6874299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22"/>
          <p:cNvSpPr txBox="1"/>
          <p:nvPr>
            <p:ph idx="1" type="body"/>
          </p:nvPr>
        </p:nvSpPr>
        <p:spPr>
          <a:xfrm>
            <a:off x="4461307" y="4277953"/>
            <a:ext cx="2310968" cy="47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71" name="Google Shape;271;p22"/>
          <p:cNvSpPr txBox="1"/>
          <p:nvPr>
            <p:ph idx="4" type="body"/>
          </p:nvPr>
        </p:nvSpPr>
        <p:spPr>
          <a:xfrm>
            <a:off x="4156823" y="4752561"/>
            <a:ext cx="2310968" cy="47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p22"/>
          <p:cNvSpPr txBox="1"/>
          <p:nvPr>
            <p:ph idx="5" type="body"/>
          </p:nvPr>
        </p:nvSpPr>
        <p:spPr>
          <a:xfrm>
            <a:off x="3869713" y="5217644"/>
            <a:ext cx="2310968" cy="47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" name="Google Shape;273;p22"/>
          <p:cNvSpPr txBox="1"/>
          <p:nvPr>
            <p:ph idx="6" type="body"/>
          </p:nvPr>
        </p:nvSpPr>
        <p:spPr>
          <a:xfrm>
            <a:off x="3580046" y="5673201"/>
            <a:ext cx="2310968" cy="47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4" name="Google Shape;274;p22"/>
          <p:cNvSpPr txBox="1"/>
          <p:nvPr>
            <p:ph type="title"/>
          </p:nvPr>
        </p:nvSpPr>
        <p:spPr>
          <a:xfrm>
            <a:off x="4898571" y="3363686"/>
            <a:ext cx="3907972" cy="555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24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5" Type="http://schemas.openxmlformats.org/officeDocument/2006/relationships/image" Target="../media/image39.png"/><Relationship Id="rId6" Type="http://schemas.openxmlformats.org/officeDocument/2006/relationships/image" Target="../media/image7.png"/><Relationship Id="rId7" Type="http://schemas.openxmlformats.org/officeDocument/2006/relationships/image" Target="../media/image18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24.png"/><Relationship Id="rId8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40.png"/><Relationship Id="rId6" Type="http://schemas.openxmlformats.org/officeDocument/2006/relationships/image" Target="../media/image24.png"/><Relationship Id="rId7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 up of girl writing&#10;" id="279" name="Google Shape;279;p2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0" name="Google Shape;280;p23"/>
          <p:cNvCxnSpPr/>
          <p:nvPr/>
        </p:nvCxnSpPr>
        <p:spPr>
          <a:xfrm>
            <a:off x="1957251" y="2840945"/>
            <a:ext cx="0" cy="153432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1" name="Google Shape;281;p23"/>
          <p:cNvCxnSpPr/>
          <p:nvPr/>
        </p:nvCxnSpPr>
        <p:spPr>
          <a:xfrm rot="10800000">
            <a:off x="4245428" y="5655432"/>
            <a:ext cx="331888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2" name="Google Shape;282;p23"/>
          <p:cNvSpPr txBox="1"/>
          <p:nvPr>
            <p:ph type="ctrTitle"/>
          </p:nvPr>
        </p:nvSpPr>
        <p:spPr>
          <a:xfrm>
            <a:off x="2090994" y="2361236"/>
            <a:ext cx="9285382" cy="318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2800"/>
              <a:buFont typeface="Aparajita"/>
              <a:buNone/>
            </a:pPr>
            <a:r>
              <a:rPr b="1" i="1" lang="en-CA" sz="2800">
                <a:solidFill>
                  <a:srgbClr val="E8E8E8"/>
                </a:solidFill>
                <a:latin typeface="Aparajita"/>
                <a:ea typeface="Aparajita"/>
                <a:cs typeface="Aparajita"/>
                <a:sym typeface="Aparajita"/>
              </a:rPr>
              <a:t>GROUP 9;</a:t>
            </a:r>
            <a:br>
              <a:rPr b="1" i="1" lang="en-CA" sz="2800">
                <a:solidFill>
                  <a:srgbClr val="E8E8E8"/>
                </a:solidFill>
                <a:latin typeface="Aparajita"/>
                <a:ea typeface="Aparajita"/>
                <a:cs typeface="Aparajita"/>
                <a:sym typeface="Aparajita"/>
              </a:rPr>
            </a:br>
            <a:r>
              <a:rPr b="1" i="1" lang="en-CA" sz="2800">
                <a:solidFill>
                  <a:srgbClr val="E8E8E8"/>
                </a:solidFill>
                <a:latin typeface="Aparajita"/>
                <a:ea typeface="Aparajita"/>
                <a:cs typeface="Aparajita"/>
                <a:sym typeface="Aparajita"/>
              </a:rPr>
              <a:t>TEJAS</a:t>
            </a:r>
            <a:br>
              <a:rPr b="1" i="1" lang="en-CA" sz="2800">
                <a:solidFill>
                  <a:srgbClr val="E8E8E8"/>
                </a:solidFill>
                <a:latin typeface="Aparajita"/>
                <a:ea typeface="Aparajita"/>
                <a:cs typeface="Aparajita"/>
                <a:sym typeface="Aparajita"/>
              </a:rPr>
            </a:br>
            <a:r>
              <a:rPr b="1" i="1" lang="en-CA" sz="2800">
                <a:solidFill>
                  <a:srgbClr val="E8E8E8"/>
                </a:solidFill>
                <a:latin typeface="Aparajita"/>
                <a:ea typeface="Aparajita"/>
                <a:cs typeface="Aparajita"/>
                <a:sym typeface="Aparajita"/>
              </a:rPr>
              <a:t>HARSHIT </a:t>
            </a:r>
            <a:br>
              <a:rPr b="1" i="1" lang="en-CA" sz="2800">
                <a:solidFill>
                  <a:srgbClr val="E8E8E8"/>
                </a:solidFill>
                <a:latin typeface="Aparajita"/>
                <a:ea typeface="Aparajita"/>
                <a:cs typeface="Aparajita"/>
                <a:sym typeface="Aparajita"/>
              </a:rPr>
            </a:br>
            <a:r>
              <a:rPr b="1" i="1" lang="en-CA" sz="2800">
                <a:solidFill>
                  <a:srgbClr val="E8E8E8"/>
                </a:solidFill>
                <a:latin typeface="Aparajita"/>
                <a:ea typeface="Aparajita"/>
                <a:cs typeface="Aparajita"/>
                <a:sym typeface="Aparajita"/>
              </a:rPr>
              <a:t>KUSHAL </a:t>
            </a:r>
            <a:br>
              <a:rPr b="1" i="1" lang="en-CA" sz="2800">
                <a:solidFill>
                  <a:srgbClr val="E8E8E8"/>
                </a:solidFill>
                <a:latin typeface="Aparajita"/>
                <a:ea typeface="Aparajita"/>
                <a:cs typeface="Aparajita"/>
                <a:sym typeface="Aparajita"/>
              </a:rPr>
            </a:br>
            <a:r>
              <a:rPr b="1" i="1" lang="en-CA" sz="2800">
                <a:solidFill>
                  <a:srgbClr val="E8E8E8"/>
                </a:solidFill>
                <a:latin typeface="Aparajita"/>
                <a:ea typeface="Aparajita"/>
                <a:cs typeface="Aparajita"/>
                <a:sym typeface="Aparajita"/>
              </a:rPr>
              <a:t>RAJKUMAR </a:t>
            </a:r>
            <a:br>
              <a:rPr b="1" i="1" lang="en-CA" sz="2800">
                <a:solidFill>
                  <a:srgbClr val="E8E8E8"/>
                </a:solidFill>
                <a:latin typeface="Aparajita"/>
                <a:ea typeface="Aparajita"/>
                <a:cs typeface="Aparajita"/>
                <a:sym typeface="Aparajita"/>
              </a:rPr>
            </a:br>
            <a:r>
              <a:rPr b="1" i="1" lang="en-CA" sz="2800">
                <a:solidFill>
                  <a:srgbClr val="E8E8E8"/>
                </a:solidFill>
                <a:latin typeface="Aparajita"/>
                <a:ea typeface="Aparajita"/>
                <a:cs typeface="Aparajita"/>
                <a:sym typeface="Aparajita"/>
              </a:rPr>
              <a:t>SHELDON 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1453309" y="385313"/>
            <a:ext cx="9285382" cy="1277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4000"/>
              <a:buFont typeface="Algerian"/>
              <a:buNone/>
            </a:pPr>
            <a:r>
              <a:rPr b="1" i="1" lang="en-CA" sz="4000" u="none" cap="none" strike="noStrike">
                <a:solidFill>
                  <a:srgbClr val="E8E8E8"/>
                </a:solidFill>
                <a:latin typeface="Algerian"/>
                <a:ea typeface="Algerian"/>
                <a:cs typeface="Algerian"/>
                <a:sym typeface="Algerian"/>
              </a:rPr>
              <a:t>ADMISSION REPORT USING PYTHON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8" name="Google Shape;288;p24"/>
          <p:cNvCxnSpPr>
            <a:stCxn id="289" idx="0"/>
            <a:endCxn id="290" idx="2"/>
          </p:cNvCxnSpPr>
          <p:nvPr/>
        </p:nvCxnSpPr>
        <p:spPr>
          <a:xfrm rot="10800000">
            <a:off x="2823778" y="2129267"/>
            <a:ext cx="0" cy="1291800"/>
          </a:xfrm>
          <a:prstGeom prst="straightConnector1">
            <a:avLst/>
          </a:prstGeom>
          <a:noFill/>
          <a:ln cap="flat" cmpd="sng" w="9525">
            <a:solidFill>
              <a:srgbClr val="B5B5B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1" name="Google Shape;291;p24"/>
          <p:cNvCxnSpPr>
            <a:stCxn id="292" idx="0"/>
            <a:endCxn id="293" idx="2"/>
          </p:cNvCxnSpPr>
          <p:nvPr/>
        </p:nvCxnSpPr>
        <p:spPr>
          <a:xfrm rot="10800000">
            <a:off x="4292678" y="2129266"/>
            <a:ext cx="0" cy="1291800"/>
          </a:xfrm>
          <a:prstGeom prst="straightConnector1">
            <a:avLst/>
          </a:prstGeom>
          <a:noFill/>
          <a:ln cap="flat" cmpd="sng" w="9525">
            <a:solidFill>
              <a:srgbClr val="B5B5B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4" name="Google Shape;294;p24"/>
          <p:cNvCxnSpPr>
            <a:stCxn id="295" idx="0"/>
            <a:endCxn id="296" idx="2"/>
          </p:cNvCxnSpPr>
          <p:nvPr/>
        </p:nvCxnSpPr>
        <p:spPr>
          <a:xfrm rot="10800000">
            <a:off x="5761579" y="2129267"/>
            <a:ext cx="0" cy="1291800"/>
          </a:xfrm>
          <a:prstGeom prst="straightConnector1">
            <a:avLst/>
          </a:prstGeom>
          <a:noFill/>
          <a:ln cap="flat" cmpd="sng" w="9525">
            <a:solidFill>
              <a:srgbClr val="B5B5B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7" name="Google Shape;297;p24"/>
          <p:cNvCxnSpPr>
            <a:stCxn id="298" idx="0"/>
            <a:endCxn id="299" idx="2"/>
          </p:cNvCxnSpPr>
          <p:nvPr/>
        </p:nvCxnSpPr>
        <p:spPr>
          <a:xfrm rot="10800000">
            <a:off x="7230479" y="2129264"/>
            <a:ext cx="0" cy="1291800"/>
          </a:xfrm>
          <a:prstGeom prst="straightConnector1">
            <a:avLst/>
          </a:prstGeom>
          <a:noFill/>
          <a:ln cap="flat" cmpd="sng" w="9525">
            <a:solidFill>
              <a:srgbClr val="B5B5B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0" name="Google Shape;300;p24"/>
          <p:cNvCxnSpPr>
            <a:stCxn id="301" idx="0"/>
            <a:endCxn id="302" idx="2"/>
          </p:cNvCxnSpPr>
          <p:nvPr/>
        </p:nvCxnSpPr>
        <p:spPr>
          <a:xfrm rot="10800000">
            <a:off x="8699378" y="2129267"/>
            <a:ext cx="0" cy="1291800"/>
          </a:xfrm>
          <a:prstGeom prst="straightConnector1">
            <a:avLst/>
          </a:prstGeom>
          <a:noFill/>
          <a:ln cap="flat" cmpd="sng" w="9525">
            <a:solidFill>
              <a:srgbClr val="B5B5B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3" name="Google Shape;303;p24"/>
          <p:cNvCxnSpPr/>
          <p:nvPr/>
        </p:nvCxnSpPr>
        <p:spPr>
          <a:xfrm>
            <a:off x="1533832" y="2736014"/>
            <a:ext cx="9625781" cy="0"/>
          </a:xfrm>
          <a:prstGeom prst="straightConnector1">
            <a:avLst/>
          </a:prstGeom>
          <a:noFill/>
          <a:ln cap="flat" cmpd="sng" w="76200">
            <a:solidFill>
              <a:srgbClr val="5959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04" name="Google Shape;304;p24"/>
          <p:cNvGrpSpPr/>
          <p:nvPr/>
        </p:nvGrpSpPr>
        <p:grpSpPr>
          <a:xfrm>
            <a:off x="2366578" y="2278814"/>
            <a:ext cx="914400" cy="914400"/>
            <a:chOff x="1219200" y="2538714"/>
            <a:chExt cx="1219200" cy="1219200"/>
          </a:xfrm>
        </p:grpSpPr>
        <p:sp>
          <p:nvSpPr>
            <p:cNvPr id="305" name="Google Shape;305;p24"/>
            <p:cNvSpPr/>
            <p:nvPr/>
          </p:nvSpPr>
          <p:spPr>
            <a:xfrm>
              <a:off x="1219200" y="2538714"/>
              <a:ext cx="1219200" cy="1219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1439119" y="2758633"/>
              <a:ext cx="779362" cy="779362"/>
            </a:xfrm>
            <a:prstGeom prst="ellipse">
              <a:avLst/>
            </a:prstGeom>
            <a:solidFill>
              <a:srgbClr val="F15F47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24"/>
          <p:cNvGrpSpPr/>
          <p:nvPr/>
        </p:nvGrpSpPr>
        <p:grpSpPr>
          <a:xfrm>
            <a:off x="3835478" y="2278814"/>
            <a:ext cx="914400" cy="914400"/>
            <a:chOff x="1219200" y="2538714"/>
            <a:chExt cx="1219200" cy="1219200"/>
          </a:xfrm>
        </p:grpSpPr>
        <p:sp>
          <p:nvSpPr>
            <p:cNvPr id="308" name="Google Shape;308;p24"/>
            <p:cNvSpPr/>
            <p:nvPr/>
          </p:nvSpPr>
          <p:spPr>
            <a:xfrm>
              <a:off x="1219200" y="2538714"/>
              <a:ext cx="1219200" cy="1219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1439119" y="2758633"/>
              <a:ext cx="779362" cy="779362"/>
            </a:xfrm>
            <a:prstGeom prst="ellipse">
              <a:avLst/>
            </a:prstGeom>
            <a:solidFill>
              <a:srgbClr val="FBA91E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24"/>
          <p:cNvGrpSpPr/>
          <p:nvPr/>
        </p:nvGrpSpPr>
        <p:grpSpPr>
          <a:xfrm>
            <a:off x="5304378" y="2278814"/>
            <a:ext cx="914400" cy="914400"/>
            <a:chOff x="1219200" y="2538714"/>
            <a:chExt cx="1219200" cy="1219200"/>
          </a:xfrm>
        </p:grpSpPr>
        <p:sp>
          <p:nvSpPr>
            <p:cNvPr id="311" name="Google Shape;311;p24"/>
            <p:cNvSpPr/>
            <p:nvPr/>
          </p:nvSpPr>
          <p:spPr>
            <a:xfrm>
              <a:off x="1219200" y="2538714"/>
              <a:ext cx="1219200" cy="1219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1439119" y="2758633"/>
              <a:ext cx="779362" cy="779362"/>
            </a:xfrm>
            <a:prstGeom prst="ellipse">
              <a:avLst/>
            </a:prstGeom>
            <a:solidFill>
              <a:srgbClr val="6EA56C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24"/>
          <p:cNvGrpSpPr/>
          <p:nvPr/>
        </p:nvGrpSpPr>
        <p:grpSpPr>
          <a:xfrm>
            <a:off x="6773279" y="2278814"/>
            <a:ext cx="914400" cy="914400"/>
            <a:chOff x="1219200" y="2538714"/>
            <a:chExt cx="1219200" cy="1219200"/>
          </a:xfrm>
        </p:grpSpPr>
        <p:sp>
          <p:nvSpPr>
            <p:cNvPr id="314" name="Google Shape;314;p24"/>
            <p:cNvSpPr/>
            <p:nvPr/>
          </p:nvSpPr>
          <p:spPr>
            <a:xfrm>
              <a:off x="1219200" y="2538714"/>
              <a:ext cx="1219200" cy="1219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1439119" y="2758633"/>
              <a:ext cx="779362" cy="779362"/>
            </a:xfrm>
            <a:prstGeom prst="ellipse">
              <a:avLst/>
            </a:prstGeom>
            <a:solidFill>
              <a:srgbClr val="3AC6E1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24"/>
          <p:cNvGrpSpPr/>
          <p:nvPr/>
        </p:nvGrpSpPr>
        <p:grpSpPr>
          <a:xfrm>
            <a:off x="8242178" y="2278814"/>
            <a:ext cx="914400" cy="914400"/>
            <a:chOff x="1219200" y="2538714"/>
            <a:chExt cx="1219200" cy="1219200"/>
          </a:xfrm>
        </p:grpSpPr>
        <p:sp>
          <p:nvSpPr>
            <p:cNvPr id="317" name="Google Shape;317;p24"/>
            <p:cNvSpPr/>
            <p:nvPr/>
          </p:nvSpPr>
          <p:spPr>
            <a:xfrm>
              <a:off x="1219200" y="2538714"/>
              <a:ext cx="1219200" cy="1219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1439119" y="2758633"/>
              <a:ext cx="779362" cy="779362"/>
            </a:xfrm>
            <a:prstGeom prst="ellipse">
              <a:avLst/>
            </a:prstGeom>
            <a:solidFill>
              <a:srgbClr val="244470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24"/>
          <p:cNvGrpSpPr/>
          <p:nvPr/>
        </p:nvGrpSpPr>
        <p:grpSpPr>
          <a:xfrm>
            <a:off x="1651819" y="3421067"/>
            <a:ext cx="1829474" cy="2137165"/>
            <a:chOff x="-811756" y="2658545"/>
            <a:chExt cx="4070772" cy="2849557"/>
          </a:xfrm>
        </p:grpSpPr>
        <p:sp>
          <p:nvSpPr>
            <p:cNvPr id="289" name="Google Shape;289;p24"/>
            <p:cNvSpPr txBox="1"/>
            <p:nvPr/>
          </p:nvSpPr>
          <p:spPr>
            <a:xfrm>
              <a:off x="332936" y="2658545"/>
              <a:ext cx="2926080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Calibri"/>
                <a:buNone/>
              </a:pPr>
              <a:r>
                <a:rPr b="1" i="0" lang="en-CA" sz="1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TEJAS</a:t>
              </a:r>
              <a:endParaRPr b="1" i="0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4"/>
            <p:cNvSpPr txBox="1"/>
            <p:nvPr/>
          </p:nvSpPr>
          <p:spPr>
            <a:xfrm>
              <a:off x="-811756" y="3086923"/>
              <a:ext cx="4070772" cy="2421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CA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Design and implement a welcome message, a password validation system, and functionality to allow the user to input and validate the number of students.</a:t>
              </a:r>
              <a:endParaRPr b="0" i="0" sz="14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24"/>
          <p:cNvGrpSpPr/>
          <p:nvPr/>
        </p:nvGrpSpPr>
        <p:grpSpPr>
          <a:xfrm>
            <a:off x="3635163" y="3421066"/>
            <a:ext cx="1315030" cy="2137165"/>
            <a:chOff x="332936" y="2658545"/>
            <a:chExt cx="2926080" cy="2849557"/>
          </a:xfrm>
        </p:grpSpPr>
        <p:sp>
          <p:nvSpPr>
            <p:cNvPr id="292" name="Google Shape;292;p24"/>
            <p:cNvSpPr txBox="1"/>
            <p:nvPr/>
          </p:nvSpPr>
          <p:spPr>
            <a:xfrm>
              <a:off x="332936" y="2658545"/>
              <a:ext cx="2926080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Calibri"/>
                <a:buNone/>
              </a:pPr>
              <a:r>
                <a:rPr b="1" i="0" lang="en-CA" sz="1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HARSHIT</a:t>
              </a:r>
              <a:endParaRPr/>
            </a:p>
          </p:txBody>
        </p:sp>
        <p:sp>
          <p:nvSpPr>
            <p:cNvPr id="322" name="Google Shape;322;p24"/>
            <p:cNvSpPr txBox="1"/>
            <p:nvPr/>
          </p:nvSpPr>
          <p:spPr>
            <a:xfrm>
              <a:off x="332936" y="3086923"/>
              <a:ext cx="2926080" cy="2421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CA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Create functionality to prompt the user to input and store the names of the specified number of students.</a:t>
              </a:r>
              <a:endParaRPr b="0" i="0" sz="14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24"/>
          <p:cNvGrpSpPr/>
          <p:nvPr/>
        </p:nvGrpSpPr>
        <p:grpSpPr>
          <a:xfrm>
            <a:off x="5104064" y="3421067"/>
            <a:ext cx="1315030" cy="1921721"/>
            <a:chOff x="332936" y="2658545"/>
            <a:chExt cx="2926080" cy="2562297"/>
          </a:xfrm>
        </p:grpSpPr>
        <p:sp>
          <p:nvSpPr>
            <p:cNvPr id="295" name="Google Shape;295;p24"/>
            <p:cNvSpPr txBox="1"/>
            <p:nvPr/>
          </p:nvSpPr>
          <p:spPr>
            <a:xfrm>
              <a:off x="332936" y="2658545"/>
              <a:ext cx="2926080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Calibri"/>
                <a:buNone/>
              </a:pPr>
              <a:r>
                <a:rPr b="1" i="0" lang="en-CA" sz="1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KUSHAL</a:t>
              </a:r>
              <a:endParaRPr b="1" i="0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4"/>
            <p:cNvSpPr txBox="1"/>
            <p:nvPr/>
          </p:nvSpPr>
          <p:spPr>
            <a:xfrm>
              <a:off x="332936" y="3086923"/>
              <a:ext cx="2926080" cy="21339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CA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Build functionality to prompt the user to input and record the grades for each student.</a:t>
              </a:r>
              <a:endParaRPr b="0" i="0" sz="14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24"/>
          <p:cNvGrpSpPr/>
          <p:nvPr/>
        </p:nvGrpSpPr>
        <p:grpSpPr>
          <a:xfrm>
            <a:off x="6572964" y="3421064"/>
            <a:ext cx="1315030" cy="2137165"/>
            <a:chOff x="332936" y="2658545"/>
            <a:chExt cx="2926080" cy="2849558"/>
          </a:xfrm>
        </p:grpSpPr>
        <p:sp>
          <p:nvSpPr>
            <p:cNvPr id="298" name="Google Shape;298;p24"/>
            <p:cNvSpPr txBox="1"/>
            <p:nvPr/>
          </p:nvSpPr>
          <p:spPr>
            <a:xfrm>
              <a:off x="332936" y="2658545"/>
              <a:ext cx="2926080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Calibri"/>
                <a:buNone/>
              </a:pPr>
              <a:r>
                <a:rPr b="1" i="0" lang="en-CA" sz="1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RAJKUMAR</a:t>
              </a:r>
              <a:endParaRPr/>
            </a:p>
          </p:txBody>
        </p:sp>
        <p:sp>
          <p:nvSpPr>
            <p:cNvPr id="326" name="Google Shape;326;p24"/>
            <p:cNvSpPr txBox="1"/>
            <p:nvPr/>
          </p:nvSpPr>
          <p:spPr>
            <a:xfrm>
              <a:off x="332936" y="3086923"/>
              <a:ext cx="2926080" cy="2421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CA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Implement functionality to calculate the GPA for each student based on their grades and print in a report format.</a:t>
              </a:r>
              <a:endParaRPr b="0" i="0" sz="14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24"/>
          <p:cNvGrpSpPr/>
          <p:nvPr/>
        </p:nvGrpSpPr>
        <p:grpSpPr>
          <a:xfrm>
            <a:off x="8041863" y="3421067"/>
            <a:ext cx="1315030" cy="1490834"/>
            <a:chOff x="332936" y="2658545"/>
            <a:chExt cx="2926080" cy="1987780"/>
          </a:xfrm>
        </p:grpSpPr>
        <p:sp>
          <p:nvSpPr>
            <p:cNvPr id="301" name="Google Shape;301;p24"/>
            <p:cNvSpPr txBox="1"/>
            <p:nvPr/>
          </p:nvSpPr>
          <p:spPr>
            <a:xfrm>
              <a:off x="332936" y="2658545"/>
              <a:ext cx="2926080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Calibri"/>
                <a:buNone/>
              </a:pPr>
              <a:r>
                <a:rPr b="1" i="0" lang="en-CA" sz="1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SHELDON</a:t>
              </a:r>
              <a:endParaRPr/>
            </a:p>
          </p:txBody>
        </p:sp>
        <p:sp>
          <p:nvSpPr>
            <p:cNvPr id="328" name="Google Shape;328;p24"/>
            <p:cNvSpPr txBox="1"/>
            <p:nvPr/>
          </p:nvSpPr>
          <p:spPr>
            <a:xfrm>
              <a:off x="332936" y="3086923"/>
              <a:ext cx="2926080" cy="1559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CA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Develop logic to assign students to schools based on their GPA.</a:t>
              </a:r>
              <a:endParaRPr b="0" i="0" sz="14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p24"/>
          <p:cNvSpPr txBox="1"/>
          <p:nvPr/>
        </p:nvSpPr>
        <p:spPr>
          <a:xfrm>
            <a:off x="1935652" y="1621581"/>
            <a:ext cx="1776255" cy="507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CA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 &amp; 2 </a:t>
            </a:r>
            <a:endParaRPr b="1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3731563" y="1621581"/>
            <a:ext cx="1122230" cy="507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CA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1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5200464" y="1621581"/>
            <a:ext cx="1122230" cy="507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CA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1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6669364" y="1621581"/>
            <a:ext cx="1122230" cy="507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CA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5</a:t>
            </a:r>
            <a:endParaRPr b="1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 txBox="1"/>
          <p:nvPr/>
        </p:nvSpPr>
        <p:spPr>
          <a:xfrm>
            <a:off x="8138265" y="1621581"/>
            <a:ext cx="1122230" cy="507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CA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6</a:t>
            </a:r>
            <a:endParaRPr b="1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oup" id="329" name="Google Shape;3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8038" y="2530274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" id="330" name="Google Shape;33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3638" y="2530274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" id="331" name="Google Shape;3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4738" y="2530274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" id="332" name="Google Shape;3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5837" y="2530274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" id="333" name="Google Shape;3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6937" y="2530274"/>
            <a:ext cx="411480" cy="4114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24"/>
          <p:cNvGrpSpPr/>
          <p:nvPr/>
        </p:nvGrpSpPr>
        <p:grpSpPr>
          <a:xfrm>
            <a:off x="9649152" y="2175944"/>
            <a:ext cx="914400" cy="914400"/>
            <a:chOff x="1219200" y="2538714"/>
            <a:chExt cx="1219200" cy="1219200"/>
          </a:xfrm>
        </p:grpSpPr>
        <p:sp>
          <p:nvSpPr>
            <p:cNvPr id="335" name="Google Shape;335;p24"/>
            <p:cNvSpPr/>
            <p:nvPr/>
          </p:nvSpPr>
          <p:spPr>
            <a:xfrm>
              <a:off x="1219200" y="2538714"/>
              <a:ext cx="1219200" cy="1219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1439119" y="2758633"/>
              <a:ext cx="779362" cy="779362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Group" id="337" name="Google Shape;33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0614" y="2530274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4"/>
          <p:cNvSpPr txBox="1"/>
          <p:nvPr/>
        </p:nvSpPr>
        <p:spPr>
          <a:xfrm>
            <a:off x="9607164" y="1618728"/>
            <a:ext cx="1122230" cy="507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CA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7</a:t>
            </a:r>
            <a:endParaRPr b="1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4"/>
          <p:cNvSpPr txBox="1"/>
          <p:nvPr/>
        </p:nvSpPr>
        <p:spPr>
          <a:xfrm>
            <a:off x="9510761" y="3421067"/>
            <a:ext cx="1315030" cy="3231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C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9510761" y="3742350"/>
            <a:ext cx="131503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en-CA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Collaborate to design and implement a system to generate and print detailed reports.</a:t>
            </a:r>
            <a:endParaRPr b="0" i="0" sz="14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5"/>
          <p:cNvSpPr txBox="1"/>
          <p:nvPr>
            <p:ph type="title"/>
          </p:nvPr>
        </p:nvSpPr>
        <p:spPr>
          <a:xfrm>
            <a:off x="1099456" y="3257550"/>
            <a:ext cx="4203247" cy="743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lang="en-CA" sz="5400"/>
              <a:t>STEP 1</a:t>
            </a:r>
            <a:endParaRPr/>
          </a:p>
        </p:txBody>
      </p:sp>
      <p:sp>
        <p:nvSpPr>
          <p:cNvPr id="346" name="Google Shape;34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/>
        </p:nvSpPr>
        <p:spPr>
          <a:xfrm>
            <a:off x="6621863" y="542611"/>
            <a:ext cx="42583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b="1" i="0" lang="en-CA" sz="36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IPO METHODOLOGY</a:t>
            </a:r>
            <a:endParaRPr/>
          </a:p>
        </p:txBody>
      </p:sp>
      <p:pic>
        <p:nvPicPr>
          <p:cNvPr id="352" name="Google Shape;3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698" y="2530687"/>
            <a:ext cx="10645109" cy="2585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mputer screen shot of a computer code&#10;&#10;Description automatically generated" id="357" name="Google Shape;357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5350" y="933450"/>
            <a:ext cx="7861299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545" y="729329"/>
            <a:ext cx="3028111" cy="427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2134" y="729329"/>
            <a:ext cx="4648603" cy="609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4928" y="1968758"/>
            <a:ext cx="4770533" cy="495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2134" y="2044964"/>
            <a:ext cx="4686706" cy="64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12545" y="3590980"/>
            <a:ext cx="4915326" cy="495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82134" y="3570531"/>
            <a:ext cx="4686706" cy="69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07681" y="4962099"/>
            <a:ext cx="4503810" cy="64633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8"/>
          <p:cNvSpPr txBox="1"/>
          <p:nvPr/>
        </p:nvSpPr>
        <p:spPr>
          <a:xfrm>
            <a:off x="1412544" y="2922892"/>
            <a:ext cx="52695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Password only have 1 numeric value. 2 or 3 is required.</a:t>
            </a:r>
            <a:endParaRPr/>
          </a:p>
        </p:txBody>
      </p:sp>
      <p:sp>
        <p:nvSpPr>
          <p:cNvPr id="371" name="Google Shape;371;p28"/>
          <p:cNvSpPr txBox="1"/>
          <p:nvPr/>
        </p:nvSpPr>
        <p:spPr>
          <a:xfrm>
            <a:off x="6682134" y="1432389"/>
            <a:ext cx="47705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Password does not have 2 or 3 numeric value.</a:t>
            </a:r>
            <a:endParaRPr/>
          </a:p>
        </p:txBody>
      </p:sp>
      <p:sp>
        <p:nvSpPr>
          <p:cNvPr id="372" name="Google Shape;372;p28"/>
          <p:cNvSpPr txBox="1"/>
          <p:nvPr/>
        </p:nvSpPr>
        <p:spPr>
          <a:xfrm>
            <a:off x="1398685" y="1444026"/>
            <a:ext cx="49153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Password does not have an upper-case character</a:t>
            </a:r>
            <a:endParaRPr/>
          </a:p>
        </p:txBody>
      </p:sp>
      <p:sp>
        <p:nvSpPr>
          <p:cNvPr id="373" name="Google Shape;373;p28"/>
          <p:cNvSpPr txBox="1"/>
          <p:nvPr/>
        </p:nvSpPr>
        <p:spPr>
          <a:xfrm>
            <a:off x="6682132" y="3015879"/>
            <a:ext cx="46486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Password does not have a special character.</a:t>
            </a:r>
            <a:endParaRPr/>
          </a:p>
        </p:txBody>
      </p:sp>
      <p:sp>
        <p:nvSpPr>
          <p:cNvPr id="374" name="Google Shape;374;p28"/>
          <p:cNvSpPr txBox="1"/>
          <p:nvPr/>
        </p:nvSpPr>
        <p:spPr>
          <a:xfrm>
            <a:off x="6682132" y="4407447"/>
            <a:ext cx="43133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Password meets ALL requirements.</a:t>
            </a:r>
            <a:endParaRPr/>
          </a:p>
        </p:txBody>
      </p:sp>
      <p:sp>
        <p:nvSpPr>
          <p:cNvPr id="375" name="Google Shape;375;p28"/>
          <p:cNvSpPr txBox="1"/>
          <p:nvPr/>
        </p:nvSpPr>
        <p:spPr>
          <a:xfrm>
            <a:off x="6682134" y="210619"/>
            <a:ext cx="4915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Password does not meet the length requirements</a:t>
            </a:r>
            <a:endParaRPr/>
          </a:p>
        </p:txBody>
      </p:sp>
      <p:sp>
        <p:nvSpPr>
          <p:cNvPr id="376" name="Google Shape;376;p28"/>
          <p:cNvSpPr txBox="1"/>
          <p:nvPr/>
        </p:nvSpPr>
        <p:spPr>
          <a:xfrm>
            <a:off x="1412545" y="210619"/>
            <a:ext cx="31795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Welcome message</a:t>
            </a:r>
            <a:endParaRPr/>
          </a:p>
        </p:txBody>
      </p:sp>
      <p:pic>
        <p:nvPicPr>
          <p:cNvPr descr="Checkmark with solid fill" id="377" name="Google Shape;377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11485" y="43522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378" name="Google Shape;378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265558" y="472212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clamation mark with solid fill" id="379" name="Google Shape;379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49068" y="340373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clamation mark with solid fill" id="380" name="Google Shape;380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96283" y="174099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clamation mark with solid fill" id="381" name="Google Shape;381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277600" y="47128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clamation mark with solid fill" id="382" name="Google Shape;382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211491" y="182124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clamation mark with solid fill" id="383" name="Google Shape;383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202302" y="32766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98685" y="4916753"/>
            <a:ext cx="4817218" cy="64633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8"/>
          <p:cNvSpPr txBox="1"/>
          <p:nvPr/>
        </p:nvSpPr>
        <p:spPr>
          <a:xfrm>
            <a:off x="1398685" y="4152637"/>
            <a:ext cx="52695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 terminates because password was entered 3 times incorrectly.</a:t>
            </a:r>
            <a:endParaRPr/>
          </a:p>
        </p:txBody>
      </p:sp>
      <p:pic>
        <p:nvPicPr>
          <p:cNvPr descr="Exclamation mark with solid fill" id="386" name="Google Shape;386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95969" y="4776779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9"/>
          <p:cNvSpPr txBox="1"/>
          <p:nvPr>
            <p:ph type="title"/>
          </p:nvPr>
        </p:nvSpPr>
        <p:spPr>
          <a:xfrm>
            <a:off x="1099456" y="3257550"/>
            <a:ext cx="4203247" cy="743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lang="en-CA" sz="5400"/>
              <a:t>STEP 2</a:t>
            </a:r>
            <a:endParaRPr/>
          </a:p>
        </p:txBody>
      </p:sp>
      <p:sp>
        <p:nvSpPr>
          <p:cNvPr id="392" name="Google Shape;39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0"/>
          <p:cNvSpPr txBox="1"/>
          <p:nvPr/>
        </p:nvSpPr>
        <p:spPr>
          <a:xfrm>
            <a:off x="6621863" y="542611"/>
            <a:ext cx="42583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b="1" lang="en-CA" sz="3600" u="sng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IPO METHODOLOGY</a:t>
            </a:r>
            <a:endParaRPr/>
          </a:p>
        </p:txBody>
      </p:sp>
      <p:pic>
        <p:nvPicPr>
          <p:cNvPr id="398" name="Google Shape;3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111" y="2545002"/>
            <a:ext cx="10600044" cy="2524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2854" y="1003875"/>
            <a:ext cx="5610942" cy="591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2854" y="2465362"/>
            <a:ext cx="5197290" cy="591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72854" y="4084675"/>
            <a:ext cx="4953429" cy="58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72854" y="5547304"/>
            <a:ext cx="4724809" cy="436997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1"/>
          <p:cNvSpPr txBox="1"/>
          <p:nvPr/>
        </p:nvSpPr>
        <p:spPr>
          <a:xfrm>
            <a:off x="1330899" y="402829"/>
            <a:ext cx="79165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Number of Students entered should be between 1 and 50. 0 is an invalid input.</a:t>
            </a:r>
            <a:endParaRPr/>
          </a:p>
        </p:txBody>
      </p:sp>
      <p:sp>
        <p:nvSpPr>
          <p:cNvPr id="408" name="Google Shape;408;p31"/>
          <p:cNvSpPr txBox="1"/>
          <p:nvPr/>
        </p:nvSpPr>
        <p:spPr>
          <a:xfrm>
            <a:off x="1412545" y="1855742"/>
            <a:ext cx="79165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Number of Students entered should be between 1 and 50. 51 is an invalid input.</a:t>
            </a:r>
            <a:endParaRPr/>
          </a:p>
        </p:txBody>
      </p:sp>
      <p:sp>
        <p:nvSpPr>
          <p:cNvPr id="409" name="Google Shape;409;p31"/>
          <p:cNvSpPr txBox="1"/>
          <p:nvPr/>
        </p:nvSpPr>
        <p:spPr>
          <a:xfrm>
            <a:off x="1412544" y="3288734"/>
            <a:ext cx="791651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Number of Students entered should be between 1 and 50. 52 is an invalid input. Program terminates after 3 failed attempts.</a:t>
            </a:r>
            <a:endParaRPr/>
          </a:p>
        </p:txBody>
      </p:sp>
      <p:sp>
        <p:nvSpPr>
          <p:cNvPr id="410" name="Google Shape;410;p31"/>
          <p:cNvSpPr txBox="1"/>
          <p:nvPr/>
        </p:nvSpPr>
        <p:spPr>
          <a:xfrm>
            <a:off x="1412543" y="4962720"/>
            <a:ext cx="77532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Valid input is entered. Program moves on to ask for the number of students.</a:t>
            </a:r>
            <a:endParaRPr/>
          </a:p>
        </p:txBody>
      </p:sp>
      <p:pic>
        <p:nvPicPr>
          <p:cNvPr descr="Checkmark with solid fill" id="411" name="Google Shape;411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0144" y="533746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clamation mark with solid fill" id="412" name="Google Shape;412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83796" y="78619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clamation mark with solid fill" id="413" name="Google Shape;413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7508" y="227365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clamation mark with solid fill" id="414" name="Google Shape;414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05883" y="3793501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2"/>
          <p:cNvSpPr txBox="1"/>
          <p:nvPr>
            <p:ph type="title"/>
          </p:nvPr>
        </p:nvSpPr>
        <p:spPr>
          <a:xfrm>
            <a:off x="1099456" y="3257550"/>
            <a:ext cx="4203247" cy="743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lang="en-CA" sz="5400"/>
              <a:t>STEP 3</a:t>
            </a:r>
            <a:endParaRPr/>
          </a:p>
        </p:txBody>
      </p:sp>
      <p:sp>
        <p:nvSpPr>
          <p:cNvPr id="420" name="Google Shape;42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3"/>
          <p:cNvSpPr txBox="1"/>
          <p:nvPr/>
        </p:nvSpPr>
        <p:spPr>
          <a:xfrm>
            <a:off x="6621863" y="542611"/>
            <a:ext cx="42583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b="1" lang="en-CA" sz="3600" u="sng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IPO METHODOLOGY</a:t>
            </a:r>
            <a:endParaRPr/>
          </a:p>
        </p:txBody>
      </p:sp>
      <p:pic>
        <p:nvPicPr>
          <p:cNvPr id="426" name="Google Shape;4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7745" y="2545002"/>
            <a:ext cx="9614776" cy="2524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2779" y="1759320"/>
            <a:ext cx="3447955" cy="1284822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4"/>
          <p:cNvSpPr txBox="1"/>
          <p:nvPr/>
        </p:nvSpPr>
        <p:spPr>
          <a:xfrm>
            <a:off x="1702779" y="834901"/>
            <a:ext cx="7916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 asks to enter the student’s name for the number of students inputted.</a:t>
            </a:r>
            <a:endParaRPr/>
          </a:p>
        </p:txBody>
      </p:sp>
      <p:pic>
        <p:nvPicPr>
          <p:cNvPr id="433" name="Google Shape;43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6344" y="1759320"/>
            <a:ext cx="3200677" cy="1284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02779" y="3429000"/>
            <a:ext cx="3447955" cy="1386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435" name="Google Shape;435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89221" y="1944531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436" name="Google Shape;436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9881" y="36652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437" name="Google Shape;437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77638" y="1944531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5"/>
          <p:cNvSpPr txBox="1"/>
          <p:nvPr>
            <p:ph type="title"/>
          </p:nvPr>
        </p:nvSpPr>
        <p:spPr>
          <a:xfrm>
            <a:off x="1099456" y="3257550"/>
            <a:ext cx="4203247" cy="743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lang="en-CA" sz="5400"/>
              <a:t>STEP 4 &amp; 5</a:t>
            </a:r>
            <a:endParaRPr/>
          </a:p>
        </p:txBody>
      </p:sp>
      <p:sp>
        <p:nvSpPr>
          <p:cNvPr id="443" name="Google Shape;44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6"/>
          <p:cNvSpPr txBox="1"/>
          <p:nvPr/>
        </p:nvSpPr>
        <p:spPr>
          <a:xfrm>
            <a:off x="6621863" y="542611"/>
            <a:ext cx="42583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b="1" lang="en-CA" sz="3600" u="sng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IPO METHODOLOGY</a:t>
            </a:r>
            <a:endParaRPr/>
          </a:p>
        </p:txBody>
      </p:sp>
      <p:pic>
        <p:nvPicPr>
          <p:cNvPr id="449" name="Google Shape;44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4688" y="2382441"/>
            <a:ext cx="8835514" cy="3287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mputer code with text&#10;&#10;Description automatically generated with medium confidence" id="454" name="Google Shape;454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7680" y="971550"/>
            <a:ext cx="8156100" cy="53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7820" y="1101198"/>
            <a:ext cx="4039233" cy="1380854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1377820" y="302465"/>
            <a:ext cx="598367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While entering grades, numbers below 0 or greater than 100 is invalid.</a:t>
            </a:r>
            <a:endParaRPr/>
          </a:p>
        </p:txBody>
      </p:sp>
      <p:pic>
        <p:nvPicPr>
          <p:cNvPr id="462" name="Google Shape;46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7553" y="3298325"/>
            <a:ext cx="4000847" cy="2876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7820" y="3429000"/>
            <a:ext cx="4115157" cy="2745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464" name="Google Shape;464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9433" y="441000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465" name="Google Shape;465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74000" y="4279331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clamation mark with solid fill" id="466" name="Google Shape;466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8577" y="1427246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8"/>
          <p:cNvSpPr txBox="1"/>
          <p:nvPr/>
        </p:nvSpPr>
        <p:spPr>
          <a:xfrm>
            <a:off x="1377820" y="2651994"/>
            <a:ext cx="83217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Grades for 6 subjects are entered for the number of student that was inputted. Program moves forward to printing reports.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9"/>
          <p:cNvSpPr txBox="1"/>
          <p:nvPr>
            <p:ph type="title"/>
          </p:nvPr>
        </p:nvSpPr>
        <p:spPr>
          <a:xfrm>
            <a:off x="1099456" y="3257550"/>
            <a:ext cx="4203247" cy="743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lang="en-CA" sz="5400"/>
              <a:t>STEP 6</a:t>
            </a:r>
            <a:endParaRPr/>
          </a:p>
        </p:txBody>
      </p:sp>
      <p:sp>
        <p:nvSpPr>
          <p:cNvPr id="473" name="Google Shape;47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480" name="Google Shape;48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250" y="530875"/>
            <a:ext cx="9343998" cy="536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1"/>
          <p:cNvSpPr txBox="1"/>
          <p:nvPr>
            <p:ph type="title"/>
          </p:nvPr>
        </p:nvSpPr>
        <p:spPr>
          <a:xfrm>
            <a:off x="1099456" y="3257550"/>
            <a:ext cx="4203300" cy="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lang="en-CA" sz="5400"/>
              <a:t>STEP 7</a:t>
            </a:r>
            <a:endParaRPr sz="5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t/>
            </a:r>
            <a:endParaRPr sz="5400"/>
          </a:p>
        </p:txBody>
      </p:sp>
      <p:sp>
        <p:nvSpPr>
          <p:cNvPr id="486" name="Google Shape;486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493" name="Google Shape;49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000" y="639775"/>
            <a:ext cx="9840702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3"/>
          <p:cNvSpPr txBox="1"/>
          <p:nvPr/>
        </p:nvSpPr>
        <p:spPr>
          <a:xfrm>
            <a:off x="284563" y="721946"/>
            <a:ext cx="42583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b="1" lang="en-CA" sz="3600" u="sng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REPORT1</a:t>
            </a:r>
            <a:endParaRPr/>
          </a:p>
        </p:txBody>
      </p:sp>
      <p:pic>
        <p:nvPicPr>
          <p:cNvPr id="499" name="Google Shape;49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019" y="1783455"/>
            <a:ext cx="4695645" cy="3699023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3"/>
          <p:cNvSpPr txBox="1"/>
          <p:nvPr/>
        </p:nvSpPr>
        <p:spPr>
          <a:xfrm>
            <a:off x="7002863" y="721945"/>
            <a:ext cx="42583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b="1" lang="en-CA" sz="3600" u="sng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REPORT2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1" sz="3600" u="sng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9338" y="1681855"/>
            <a:ext cx="5712162" cy="380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"/>
          <p:cNvSpPr txBox="1"/>
          <p:nvPr/>
        </p:nvSpPr>
        <p:spPr>
          <a:xfrm>
            <a:off x="386163" y="458163"/>
            <a:ext cx="42583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b="1" lang="en-CA" sz="3600" u="sng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REPORT3</a:t>
            </a:r>
            <a:endParaRPr/>
          </a:p>
        </p:txBody>
      </p:sp>
      <p:pic>
        <p:nvPicPr>
          <p:cNvPr id="507" name="Google Shape;50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3719" y="998442"/>
            <a:ext cx="4406381" cy="2530945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4"/>
          <p:cNvSpPr txBox="1"/>
          <p:nvPr/>
        </p:nvSpPr>
        <p:spPr>
          <a:xfrm>
            <a:off x="3576756" y="3325124"/>
            <a:ext cx="42583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b="1" lang="en-CA" sz="3600" u="sng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REPORT4</a:t>
            </a:r>
            <a:endParaRPr/>
          </a:p>
        </p:txBody>
      </p:sp>
      <p:pic>
        <p:nvPicPr>
          <p:cNvPr id="509" name="Google Shape;50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4502" y="3971455"/>
            <a:ext cx="7204598" cy="2530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529" y="752026"/>
            <a:ext cx="1992744" cy="518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92482" y="752025"/>
            <a:ext cx="2203518" cy="518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80" y="752025"/>
            <a:ext cx="2076058" cy="518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8773" y="752024"/>
            <a:ext cx="2203518" cy="3482642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5"/>
          <p:cNvSpPr txBox="1"/>
          <p:nvPr/>
        </p:nvSpPr>
        <p:spPr>
          <a:xfrm>
            <a:off x="1084862" y="6105975"/>
            <a:ext cx="26884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SCHOOL OF ENGINEERING</a:t>
            </a:r>
            <a:endParaRPr/>
          </a:p>
        </p:txBody>
      </p:sp>
      <p:sp>
        <p:nvSpPr>
          <p:cNvPr id="519" name="Google Shape;519;p45"/>
          <p:cNvSpPr txBox="1"/>
          <p:nvPr/>
        </p:nvSpPr>
        <p:spPr>
          <a:xfrm>
            <a:off x="3011100" y="283125"/>
            <a:ext cx="616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 OUTPUT FOR DIFFERENT GRADES AND GPAS</a:t>
            </a:r>
            <a:endParaRPr/>
          </a:p>
        </p:txBody>
      </p:sp>
      <p:sp>
        <p:nvSpPr>
          <p:cNvPr id="520" name="Google Shape;520;p45"/>
          <p:cNvSpPr txBox="1"/>
          <p:nvPr/>
        </p:nvSpPr>
        <p:spPr>
          <a:xfrm>
            <a:off x="3892482" y="6125295"/>
            <a:ext cx="26884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SCHOOL OF BUSINESS</a:t>
            </a:r>
            <a:endParaRPr/>
          </a:p>
        </p:txBody>
      </p:sp>
      <p:sp>
        <p:nvSpPr>
          <p:cNvPr id="521" name="Google Shape;521;p45"/>
          <p:cNvSpPr txBox="1"/>
          <p:nvPr/>
        </p:nvSpPr>
        <p:spPr>
          <a:xfrm>
            <a:off x="6720919" y="6125296"/>
            <a:ext cx="26884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LAW SCHOOL</a:t>
            </a:r>
            <a:endParaRPr/>
          </a:p>
        </p:txBody>
      </p:sp>
      <p:sp>
        <p:nvSpPr>
          <p:cNvPr id="522" name="Google Shape;522;p45"/>
          <p:cNvSpPr txBox="1"/>
          <p:nvPr/>
        </p:nvSpPr>
        <p:spPr>
          <a:xfrm>
            <a:off x="9316073" y="4595792"/>
            <a:ext cx="26884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 ACCECPTED</a:t>
            </a:r>
            <a:endParaRPr/>
          </a:p>
        </p:txBody>
      </p:sp>
      <p:pic>
        <p:nvPicPr>
          <p:cNvPr descr="Checkmark with solid fill" id="523" name="Google Shape;523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61833" y="6037427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524" name="Google Shape;524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38800" y="610597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525" name="Google Shape;525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74833" y="5852761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526" name="Google Shape;526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43098" y="4780458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6"/>
          <p:cNvSpPr txBox="1"/>
          <p:nvPr>
            <p:ph type="title"/>
          </p:nvPr>
        </p:nvSpPr>
        <p:spPr>
          <a:xfrm>
            <a:off x="2647509" y="2991513"/>
            <a:ext cx="5855596" cy="1920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kaya Telivigala"/>
              <a:buNone/>
            </a:pPr>
            <a:r>
              <a:rPr lang="en-CA" sz="7200">
                <a:latin typeface="Akaya Telivigala"/>
                <a:ea typeface="Akaya Telivigala"/>
                <a:cs typeface="Akaya Telivigala"/>
                <a:sym typeface="Akaya Telivigala"/>
              </a:rPr>
              <a:t>THANK YOU</a:t>
            </a:r>
            <a:endParaRPr/>
          </a:p>
        </p:txBody>
      </p:sp>
      <p:sp>
        <p:nvSpPr>
          <p:cNvPr id="532" name="Google Shape;532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74">
      <a:dk1>
        <a:srgbClr val="1E1E1E"/>
      </a:dk1>
      <a:lt1>
        <a:srgbClr val="FFFFFF"/>
      </a:lt1>
      <a:dk2>
        <a:srgbClr val="44546A"/>
      </a:dk2>
      <a:lt2>
        <a:srgbClr val="E7E6E6"/>
      </a:lt2>
      <a:accent1>
        <a:srgbClr val="81CC48"/>
      </a:accent1>
      <a:accent2>
        <a:srgbClr val="45BEAD"/>
      </a:accent2>
      <a:accent3>
        <a:srgbClr val="BFFF4B"/>
      </a:accent3>
      <a:accent4>
        <a:srgbClr val="B001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