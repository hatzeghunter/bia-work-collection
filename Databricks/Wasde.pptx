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Average"/>
      <p:regular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Average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f2066f83c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f2066f83c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f22eac9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f22eac9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f22eac99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f22eac99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2066f83c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f2066f83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f2066f83c_0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f2066f8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2066f83c_0_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2066f83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f2066f83c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f2066f8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f2066f83c_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f2066f83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f2066f83c_0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f2066f83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f2066f83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4f2066f83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Agricultural Outlook Board</a:t>
            </a:r>
            <a:r>
              <a:rPr lang="en"/>
              <a:t> Data Research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Assignment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Ismail Ismail, Rajkumar Ramu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Identifying the problem</a:t>
            </a:r>
            <a:endParaRPr/>
          </a:p>
        </p:txBody>
      </p:sp>
      <p:grpSp>
        <p:nvGrpSpPr>
          <p:cNvPr id="66" name="Google Shape;66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Regional Production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0" name="Google Shape;70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Analyzing regional production trends helps identify which countries are driving output, supporting food security, and influencing global trade flows.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grpSp>
        <p:nvGrpSpPr>
          <p:cNvPr id="71" name="Google Shape;71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Regional Exports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5" name="Google Shape;75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Identify export-dependent nations and monitor their trade consistency Evaluate shifts in global demand and trade competitiveness Understanding export dynamics is critical for forecasting market prices and ensuring reliable food distribution.</a:t>
            </a:r>
            <a:endParaRPr sz="1500"/>
          </a:p>
        </p:txBody>
      </p:sp>
      <p:grpSp>
        <p:nvGrpSpPr>
          <p:cNvPr id="76" name="Google Shape;76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77" name="Google Shape;77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Regional Imports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" name="Google Shape;80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Spot vulnerabilities in food-insecure regions Anticipate geopolitical or climate-driven trade imbalances This insight supports international coordination and the stabilization of global food systems.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3964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Process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112075" y="1191450"/>
            <a:ext cx="3576900" cy="4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arenR"/>
            </a:pPr>
            <a:r>
              <a:rPr lang="en"/>
              <a:t>Accessed WASDE data from Nasdaq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75" y="1638350"/>
            <a:ext cx="3864100" cy="218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175" y="1665502"/>
            <a:ext cx="4680350" cy="20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4087350" y="1191450"/>
            <a:ext cx="969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2)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3225" y="3977451"/>
            <a:ext cx="5575072" cy="101364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1027850" y="4157925"/>
            <a:ext cx="525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3)</a:t>
            </a:r>
            <a:endParaRPr sz="12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112075" y="39300"/>
            <a:ext cx="3786000" cy="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4) code for </a:t>
            </a:r>
            <a:r>
              <a:rPr lang="en"/>
              <a:t>finding</a:t>
            </a:r>
            <a:r>
              <a:rPr lang="en"/>
              <a:t> total wheat production in top 8 countries ignoring the regions that are not countries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0800"/>
            <a:ext cx="3884375" cy="36897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0" y="39300"/>
            <a:ext cx="3786000" cy="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5) code for finding average total wheat exports in countries with total average greater than 10 ignoring the regions that are not countries</a:t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0487" y="850800"/>
            <a:ext cx="3449025" cy="41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925" y="729675"/>
            <a:ext cx="3029425" cy="410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70975" y="39300"/>
            <a:ext cx="8379600" cy="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6) code for finding average total wheat imports  in countries with total average greater than 10 ignoring the regions that are not countries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Regional Wheat Production: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Which of the major countries produce the most wheat?</a:t>
            </a:r>
            <a:endParaRPr sz="4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Wheat Production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>
            <p:ph idx="4294967295" type="body"/>
          </p:nvPr>
        </p:nvSpPr>
        <p:spPr>
          <a:xfrm>
            <a:off x="0" y="1339450"/>
            <a:ext cx="3999900" cy="29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Observations</a:t>
            </a:r>
            <a:endParaRPr b="1" sz="1500"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China stands out as the top producer by a significant margin, contributing over 8,000 units in total production.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India and Russia follow as major contributors, each surpassing 5,000 units, showcasing their substantial role in global supply.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United States, Canada, and Australia also appear as consistent mid-level producers.</a:t>
            </a:r>
            <a:endParaRPr sz="1400"/>
          </a:p>
        </p:txBody>
      </p:sp>
      <p:pic>
        <p:nvPicPr>
          <p:cNvPr id="117" name="Google Shape;117;p19" title="visualizatio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375" y="1339450"/>
            <a:ext cx="4921050" cy="2286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A="5000" stPos="0" sy="-100000" ky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123" name="Google Shape;123;p20"/>
          <p:cNvSpPr txBox="1"/>
          <p:nvPr>
            <p:ph idx="2" type="body"/>
          </p:nvPr>
        </p:nvSpPr>
        <p:spPr>
          <a:xfrm>
            <a:off x="4694325" y="724200"/>
            <a:ext cx="4305900" cy="3695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/>
              <a:t>China leads global production, making it the most influential country in terms of supply impact. Any disruption would have global consequences.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/>
              <a:t>India and Russia rank closely behind, reinforcing their importance in food security and trade dynamics.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/>
              <a:t>The U.S., Canada, and Australia show strong output and play vital roles as stable exporters to global markets.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Regional Wheat Exports</a:t>
            </a:r>
            <a:r>
              <a:rPr b="1" lang="en" sz="4200"/>
              <a:t>: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Which Countries/Regions export the most wheat per month?</a:t>
            </a:r>
            <a:endParaRPr sz="4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 title="visualization (2).png"/>
          <p:cNvPicPr preferRelativeResize="0"/>
          <p:nvPr/>
        </p:nvPicPr>
        <p:blipFill rotWithShape="1">
          <a:blip r:embed="rId3">
            <a:alphaModFix/>
          </a:blip>
          <a:srcRect b="-11309" l="0" r="0" t="11310"/>
          <a:stretch/>
        </p:blipFill>
        <p:spPr>
          <a:xfrm>
            <a:off x="4153375" y="1339450"/>
            <a:ext cx="4921050" cy="2286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A="10000" stPos="0" sy="-100000" ky="0"/>
          </a:effectLst>
        </p:spPr>
      </p:pic>
      <p:sp>
        <p:nvSpPr>
          <p:cNvPr id="134" name="Google Shape;134;p22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</a:t>
            </a:r>
            <a:r>
              <a:rPr lang="en"/>
              <a:t>Wheat </a:t>
            </a:r>
            <a:r>
              <a:rPr lang="en"/>
              <a:t>Export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4294967295" type="body"/>
          </p:nvPr>
        </p:nvSpPr>
        <p:spPr>
          <a:xfrm>
            <a:off x="0" y="1017725"/>
            <a:ext cx="3999900" cy="2608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Observations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Russia exports the most wheat overall, with exports rising steadily since mid-2022.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Australia, Canada, and the U.S. have steady export levels, with Australia and Canada leading the group.</a:t>
            </a:r>
            <a:endParaRPr sz="1400">
              <a:solidFill>
                <a:schemeClr val="lt2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Most countries saw export drops around May 2021, June 2022, and April 2023.</a:t>
            </a: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694325" y="724200"/>
            <a:ext cx="4305900" cy="3695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Russia's dominance may impact global wheat prices and food security in import-dependent nations.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India's irregular exports suggest domestic demand or seasonal challenges.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Ukraine's volatility exposes global supply chains to geopolitical risks.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Australia and Canada offer reliable, stable wheat exports.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Synchronized export drops hint at global trade or climate disruptions.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Regional Wheat Imports</a:t>
            </a:r>
            <a:r>
              <a:rPr b="1" lang="en" sz="4200"/>
              <a:t>: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Which Countries/Regions import the most wheat per month?</a:t>
            </a:r>
            <a:endParaRPr sz="4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 title="visualization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375" y="1339450"/>
            <a:ext cx="4921050" cy="2286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A="10000" stPos="0" sy="-100000" ky="0"/>
          </a:effectLst>
        </p:spPr>
      </p:pic>
      <p:sp>
        <p:nvSpPr>
          <p:cNvPr id="152" name="Google Shape;152;p2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Regional Wheat Import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4294967295" type="body"/>
          </p:nvPr>
        </p:nvSpPr>
        <p:spPr>
          <a:xfrm>
            <a:off x="0" y="1017725"/>
            <a:ext cx="3999900" cy="3857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2"/>
                </a:solidFill>
              </a:rPr>
              <a:t>Observations</a:t>
            </a:r>
            <a:endParaRPr b="1" sz="1500">
              <a:solidFill>
                <a:schemeClr val="lt2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China consistently had the highest wheat imports.</a:t>
            </a:r>
            <a:br>
              <a:rPr lang="en" sz="1400">
                <a:solidFill>
                  <a:schemeClr val="lt2"/>
                </a:solidFill>
              </a:rPr>
            </a:br>
            <a:endParaRPr sz="1400">
              <a:solidFill>
                <a:schemeClr val="lt2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Bangladesh, Brazil, Japan, and Nigeria had similar, moderate import levels.</a:t>
            </a:r>
            <a:br>
              <a:rPr lang="en" sz="1400">
                <a:solidFill>
                  <a:schemeClr val="lt2"/>
                </a:solidFill>
              </a:rPr>
            </a:br>
            <a:endParaRPr sz="1400">
              <a:solidFill>
                <a:schemeClr val="lt2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All regions except China saw a sharp drop to zero in May 2023, with a quick recovery in June.</a:t>
            </a:r>
            <a:br>
              <a:rPr lang="en" sz="1400">
                <a:solidFill>
                  <a:schemeClr val="lt2"/>
                </a:solidFill>
              </a:rPr>
            </a:br>
            <a:endParaRPr sz="1400">
              <a:solidFill>
                <a:schemeClr val="lt2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" sz="1400">
                <a:solidFill>
                  <a:schemeClr val="lt2"/>
                </a:solidFill>
              </a:rPr>
              <a:t>Nigeria dropped to zero again from Nov 2023 to Feb 2024.</a:t>
            </a:r>
            <a:br>
              <a:rPr lang="en" sz="1400">
                <a:solidFill>
                  <a:schemeClr val="lt2"/>
                </a:solidFill>
              </a:rPr>
            </a:br>
            <a:endParaRPr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159" name="Google Shape;159;p26"/>
          <p:cNvSpPr txBox="1"/>
          <p:nvPr>
            <p:ph idx="2" type="body"/>
          </p:nvPr>
        </p:nvSpPr>
        <p:spPr>
          <a:xfrm>
            <a:off x="4694325" y="724200"/>
            <a:ext cx="4305900" cy="3695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May 2023 Drop indicates a global disruption—likely in shipping, trade policy, or major exporter supply.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China’s strong recovery suggests resilient demand and diversified supply chains.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Nigeria’s prolonged halt may point to economic or policy challenges.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" sz="1400">
                <a:solidFill>
                  <a:srgbClr val="000000"/>
                </a:solidFill>
              </a:rPr>
              <a:t>Japan’s consistent imports reflect a stable, contract-driven system less affected by global shocks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Thoughts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Trend 1: Global Wheat Supply is Highly Concentrated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 few countries—especially China, India, and Russia—dominate wheat production.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WAOB must prioritize monitoring these key producers for climate, policy, or conflict-related risks.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48324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Trend 2: Export and Import Patterns Are Sensitive to Global Events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Drops in monthly exports and imports align with likely trade, climate, or geopolitical disruptions.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WAOB should invest in early warning systems and maintain real-time monitoring of key flows.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72" name="Google Shape;172;p28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